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로지스틱 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175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99"/>
                </a:solidFill>
                <a:latin typeface="맑은 고딕"/>
              </a:defRPr>
            </a:pPr>
            <a:r>
              <a:t>분류 | 시그모이드 | 로그 손실 | 오즈비 | 소프트맥스 | 판별 vs 생성 모델 | 희귀 이벤트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Cox(1958) | Hosmer &amp; Lemeshow(2000) | King &amp; Zeng(2001) | Ng &amp; Jordan(2002) | Menard(2002)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(Table of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5.1  분류 문제의 본질 - 왜 선형회귀로 분류하면 안 되는가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5.2  시그모이드와 로짓 - 오즈비, 로짓 변환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5.3  MLE와 크로스엔트로피 - 비용 함수 유도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5.4  경사하강법 - 배치/미니배치/SGD, 학습률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5.5  다중 클래스 - 소프트맥스, OvR, OvO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5.6  판별 vs 생성 모델 - Ng &amp; Jordan(2002)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5.7  희귀 이벤트 - King &amp; Zeng(2001) 보정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5.8   모델 평가 - ROC/AUC, 혼동행렬, F1, MCC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5.9   논문 리뷰 - Cox, Hosmer, Menard 등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5.10  실습: 스크래치 구현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5.11  실습: 판별 vs 생성 비교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5.12  실습: 희귀 이벤트 보정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5.13  응용사례 - 사기탐지, 질병진단, 고객이탈</a:t>
            </a:r>
          </a:p>
          <a:p>
            <a:pPr>
              <a:spcAft>
                <a:spcPts val="10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5.14  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분류 문제의 본질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왜 선형회귀로 분류하면 안 되는가?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선형 회귀 (Linear Regression)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문제 유형: 회귀 (연속값 예측)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출력값: 연속적인 수치 (-inf ~ +inf)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활성화 함수: 없음 (항등 함수)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 함수: MSE (평균제곱오차)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주택 가격, 보험료 예측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로지스틱 회귀 (Logistic Regression)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문제 유형: 분류 (클래스 예측)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출력값: 클래스 확률 (0~1 사이)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활성화 함수: 시그모이드 (Sigmoid)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 함수: Log Loss (로그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생존/사망, 스팸/정상, 합격/불합격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선형 회귀로 분류하면 발생하는 4가지 문제 (Menard, 2002)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확률 범위 위반: 출력이 [0,1] 범위를 벗어남 (음수 or 1 초과 확률)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이분산성 (Heteroscedasticity): 오차 분산이 y_hat(1-y_hat)으로 예측값에 의존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비정규 오차: 잔차가 이산적 값만 취하여 정규성 가정 위배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비선형 관계: 확률과 설명 변수 간 실제 관계는 S-curve (포화 현상)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해결: 시그모이드 함수로 출력을 (0,1) 범위로 변환!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시그모이드 함수와 로지스틱 회귀의 핵심 아이디어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입력(X)  --&gt;  선형 결합 z = w^T x + b  --&gt;  시그모이드 sigma(z)  --&gt;  확률 P  --&gt;  클래스(0 or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시그모이드 함수 수식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sigma(z) = 1 / (1 + e^(-z))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w^T x + b  (선형 결합 결과)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출력: 0과 1 사이의 확률값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미분: sigma'(z) = sigma(z) * (1 - sigma(z))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시그모이드 함수의 핵심 성질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-&gt; +inf  :  sigma(z) -&gt; 1 (양성 확률 높음)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0       :  sigma(z) = 0.5 (결정 경계)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-&gt; -inf   :  sigma(z) -&gt; 0 (음성 확률 높음)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S자 곡선으로 포화 현상을 자연스럽게 표현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6424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확률 출력과 임계값 (Threshold)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기본 임계값 0.5:  P(y=1|X) &gt;= 0.5 -&gt; 클래스 1(양성),  P(y=1|X) &lt; 0.5 -&gt; 클래스 0(음성)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질병 진단: 임계값 낮춤 (0.3) -&gt; Recall 향상  |  스팸 필터: 임계값 높임 (0.7) -&gt; Precision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 model.predict() -&gt; 클래스,  model.predict_proba() -&gt; 확률  [Cox(1958)에 의해 체계화]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오즈비와 로짓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확률 -&gt; 오즈 -&gt; 로짓 -&gt; 선형 결합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오즈 (Odds)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Odds = p / (1 - 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p=0.75 -&gt; Odds=3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(생존이 사망의 3배)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p=0.50 -&gt; Odds=1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(동일 확률)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p=0.20 -&gt; Odds=0.25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로짓 변환 (Logit)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logit(p) = ln(p / (1-p)) = z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w^T x + 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 변환: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확률 p: (0,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오즈:  (0, +inf)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로짓: (-inf, +inf)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오즈비 (Odds Ratio)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OR = e^(w_i)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w_i &gt; 0 -&gt; OR &gt; 1 -&gt; 양성 확률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w_i = 0 -&gt; OR = 1 -&gt; 영향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w_i &lt; 0 -&gt; OR &lt; 1 -&gt; 양성 확률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피처 1단위 증가 시 오즈 변화량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타이타닉 예시: 오즈비 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Sex_male 계수 = -2.569  -&gt;  OR = e^(-2.569) = 0.077  -&gt;  남성은 여성보다 생존 오즈가 92.3% 낮다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Pclass 계수 = -1.182  -&gt;  등급이 높아질수록(3등실 방향) 생존 오즈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의의: '확률을 로짓 변환하면 피처들의 선형 결합과 같다' (Cox, 1958)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Menard(2002): 오즈비 외에 표준화 로짓 계수, 한계 효과(marginal effect) 등 다양한 해석법 비교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MLE와 크로스엔트로피 (비용 함수)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왜 MSE 대신 Log Loss를 사용하는가?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최대우도추정 (MLE)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단일 관측치 확률: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P(y_i|x_i; w) = y_hat^(y_i) * (1-y_hat)^(1-y_i)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우도 함수 (전체):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L(w) = PROD y_hat^(y_i) * (1-y_hat)^(1-y_i)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로그 우도 (곱 -&gt; 합으로 변환):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l(w) = SUM [y*ln(y_hat) + (1-y)*ln(1-y_hat)]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이진 교차 엔트로피 (Log Loss)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 함수 (부호 반전 + 평균):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J(w) = -(1/n) SUM [y*ln(y_hat)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+ (1-y)*ln(1-y_hat)]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MLE 최대화 = Log Loss 최소화 (동치)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MSE를 쓰면 비볼록(non-convex)이 되어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경사하강법으로 전역 최솟값 찾기 어려움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로그 손실의 직관적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y=1, y_hat=0.9 -&gt; Loss=-ln(0.9)=0.105 (정확 -&gt; 낮은 손실)     y=1, y_hat=0.1 -&gt; Loss=-ln(0.1)=2.303 (틀림 -&gt; 높은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y=0, y_hat=0.1 -&gt; Loss=-ln(0.9)=0.105 (정확 -&gt; 낮은 손실)     y=0, y_hat=0.9 -&gt; Loss=-ln(0.1)=2.303 (틀림 -&gt; 높은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예측이 틀릴수록 손실이 기하급수적으로 증가 -&gt; 확신 있는 잘못된 예측에 큰 페널티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경사하강법과 그래디언트 유도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배치 / 미니배치 / SGD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그래디언트 수식 (Cox의 스코어 방정식)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dJ/dw_j = (1/n) SUM (y_hat_i - y_i) * x_ij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dJ/db   = (1/n) SUM (y_hat_i - y_i)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벡터형: grad_w J = (1/n) X^T (y_hat - 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파라미터 업데이트: w &lt;- w - alpha * grad_w 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학습률 (Learning Rate)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너무 작음 (0.001): 수렴이 매우 느림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적절함 (0.01~0.1): 안정적으로 빠르게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너무 큼 (10): 발산 (비용 함수 증가)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탐색: {0.001, 0.003, 0.01, 0.03, 0.1, 0.3, 1.0}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배치 GD (Batch)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데이터: 전체 (n개)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안정적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정확한 그래디언트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대용량 데이터에서 느림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메모리 많이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02336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미니배치 GD (Mini-batch)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데이터: 일부 (B개, 32~256)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배치와 SGD의 절충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GPU 병렬화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배치 크기 B 하이퍼파라미터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실전에서 가장 많이 사용!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023360"/>
            <a:ext cx="356616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SGD (Stochastic)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4805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데이터: 단일 샘플 (1개)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매우 빠른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지역 최솟값 탈출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노이즈 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수렴 불안정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다중 클래스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소프트맥스, OvR, OvO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이진 분류 vs 다중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분류:  2개 클래스, 시그모이드, 1개 확률값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예: 생존/사망, 스팸/정상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다중 분류:  K개 클래스(K&gt;=3), 소프트맥스, K개 확률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예: 붓꽃 종 분류, 숫자 인식(0~9)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모든 확률의 합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소프트맥스 함수 (Softmax)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P(y=k|X) = e^(z_k) / SUM_j e^(z_j)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성질: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모든 출력이 (0, 1) 범위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모든 클래스 확률의 합 =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K=2일 때 시그모이드와 동일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OvR (One-vs-Rest)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K개 이진 분류기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클래스 vs 나머지 전부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높은 확률의 클래스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multi_class='ovr'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206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OvO (One-vs-One)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663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K(K-1)/2개 이진 분류기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클래스 쌍에 대해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투표(voting)로 최종 결정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개별 학습은 빠르나 분류기 수 많음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20624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범주형 교차 엔트로피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 = -(1/n) SUM_i SUM_k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y_ik * ln(y_hat_ik)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y_ik: 원-핫 인코딩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(클래스 k에 속하면 1, 아니면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판별 vs 생성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Ng &amp; Jordan (2002) 핵심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판별 모델 (Discriminative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대상: P(y|x) 직접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 모델: 로지스틱 회귀, SVM, 신경망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경계를 직접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점근적으로 더 정확 (낮은 편향)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수렴 속도: O(n) (느림)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대표본에서 우수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생성 모델 (Generative 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대상: P(x|y)와 P(y) -&gt; 베이즈 정리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 모델: 나이브 베이즈, GMM, HMM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분포 자체를 모델링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적은 데이터에서 효과적 (낮은 분산)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수렴 속도: O(log n) (빠름)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소표본에서 우수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Ng &amp; Jordan (2002)의 핵심 발견: 전환점 (Crossover Point)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표본이 작을 때는 나이브 베이즈(생성)가 우수, 표본이 클 때는 로지스틱 회귀(판별)가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'전환점(crossover point)'이 항상 존재하며, 모델 가정의 정확도에 따라 달라짐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 가정이 잘 성립하면 전환점이 늦게 / 위반되면 전환점이 일찍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통찰: 두 모델은 동일한 모델 패밀리 공유, 파라미터 추정 방법만 다름 (결합 우도 vs 조건부 우도)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희귀 이벤트와 불균형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King &amp; Zeng (2001) 편향 보정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희소 사건 실전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국제 분쟁 발생: ~1-3%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신용카드 사기: ~0.1%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희귀 질환 진단: ~1%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불량품 탐지: ~0.5%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침입 탐지: ~0.01%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유한표본 편향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MLE가 희소 사건의 확률을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과소추정하는 방향으로 편향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비율이 낮을수록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편향이 더 심해짐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실용적 권고사항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&gt; 20%: 표준 LR 사용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5~20%: 가중 LR 권고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&lt; 5%: 반드시 보정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평가: AUC, Recall, F1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보정 방법 1: 사전 교정 (Prior Correction)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beta_0_corrected = beta_0 - ln[(1-tau)/tau * y_bar/(1-y_bar)]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tau: 인구 수준의 사건 발생률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y_bar: 표본에서의 사건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케이스-통제 설계에서 양성 사례를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과대 표집했을 때의 편향 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233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보정 방법 2: 가중 로지스틱 회귀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관측치에 역선택확률 가중치 부여: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양성(Y=1): w_1 = tau / y_bar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음성(Y=0): w_0 = (1-tau) / (1-y_bar)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구현: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LogisticRegression(class_weight='balanced')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클래스 빈도에 반비례하는 가중치 자동 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모델 평가 (1) - 혼동 행렬과 평가 지표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혼동 행렬 (Confusion Matrix)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예측:음성(0)    예측:양성(1)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실제:음성(0)   TN              FP (제1종 오류)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실제:양성(1)   FN (제2종 오류)  TP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TP: 양성을 양성으로 올바르게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FN: 양성을 음성으로 잘못 예측 (가장 위험할 수 있음)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주요 평가 지표 수식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Accuracy  = (TP + TN) / (TP + TN + FP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Precision = TP / (TP + FP)   '예측의 품질'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Recall    = TP / (TP + FN)   '검출력'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F1 Score  = 2 * (Prec * Rec) / (Prec + Rec)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MCC = (TP*TN - FP*FN) / sqrt((TP+FP)(TP+FN)(TN+FP)(TN+FN))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임계값(Threshold) 조정 가이드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질병 진단: 임계값 낮춤 (0.3) -&gt; Recall 강조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스팸 필터: 임계값 높임 (0.7) -&gt; Precision 강조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사기 탐지: 임계값 낮춤 (0.1) -&gt; Recall 극대화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고객 이탈: 임계값 낮춤 (0.3) -&gt; 이탈 방지 커버리지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기본 0.5가 항상 최적은 아님!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MCC의 장점 (불균형 데이터)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범위: [-1, +1]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+1: 완벽한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0: 무작위 수준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-1: 완전히 반대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데이터에서 accuracy보다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훨씬 신뢰할 수 있는 단일 지표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모델 평가 (2) - ROC 곡선, PR 곡선, 적합도 검정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ROC 곡선과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FPR = FP/(FP+TN)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y축: TPR = TP/(TP+FN)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AUC 해석: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0.5: 무작위 추측 수준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0.7~0.8: 수용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0.8~0.9: 우수한 판별력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&gt; 0.9: 뛰어난 판별력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4747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PR 곡선 (Precision-Recall)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Recall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y축: Precision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AP: PR 곡선 아래 면적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데이터에서는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ROC보다 PR 곡선이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 유용할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(양성 클래스에 초점)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Hosmer-Lemeshow 적합도 검정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예측 확률 기준 g개 그룹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관측 vs 기대 사건 수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검정 통계량 C 산출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H0: 모델이 데이터를 잘 설명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p-value 높으면 적합도 좋음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Hosmer &amp; Lemeshow(2000)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Menard(2002): 유사 R-squared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McFadden's R^2: [0, 1), 로그 우도 기반, 최대값이 1에 도달하지 않음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Cox &amp; Snell R^2: [0, &lt;1), 최대값이 1 미만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Nagelkerke R^2: [0, 1], Cox &amp; Snell을 정규화, 최대값 1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 R^2: [0, 1], 정확 분류 비율, 가장 직관적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전처리 (1) - 상관관계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corr(), heatmap으로 변수 간 관계 파악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상관계수 (Pearson Correlation)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+1에 가까움: 강한 양의 상관관계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0에 가까움: 상관관계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-1에 가까움: 강한 음의 상관관계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pandas: df.corr()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주의: 수치형 변수만 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Heatmap 시각화 (seaborn)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sns.heatmap(df.corr(),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cmap='coolwarm',  # 파랑-빨강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vmin=-1, vmax=1,  # 범위 고정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annot=True,       # 수치 표시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fmt='.2f')        # 소수점 2자리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타이타닉 데이터: Survived와의 상관계수 해석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Pclass:  -0.336  -&gt;  등급 숫자가 커질수록(3등실) 생존율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Age:     -0.070  -&gt;  나이가 많을수록 생존율 약간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SibSp:   -0.034  -&gt;  형제/배우자 수와 생존율은 거의 무관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Parch:   +0.083  -&gt;  부모/자녀 수가 많을수록 생존율 약간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수치형 변수 외에 카테고리 변수(Sex, Embarked)도 함께 고려해야 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전처리 (2) - 카테고리 변수 &amp; 불필요 변수 제거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원-핫 인코딩 &amp; 더미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원-핫 인코딩: 각 고유값을 별도 이진(0/1) 열로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Embarked -&gt; Embarked_C, Embarked_Q, Embarked_S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더미 변수 (drop_first=True):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첫 번째 열 제거 -&gt; 다중공선성 방지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C는 기준 범주 (Embarked_Q=0, Embarked_S=0)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pd.get_dummies(df, columns=[...], drop_first=True)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로지스틱 회귀에 권장!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불필요한 변수 제거 (nunique)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판단 기준: 고유값(unique)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Name:      889개 -&gt; 제거 (패턴 학습 불가)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Sex:         2개 -&gt; 유지 (이진 변수)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Ticket:    680개 -&gt; 제거 (차원 폭발 위험)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Embarked:    3개 -&gt; 유지 (적은 범주)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data.drop(['Name', 'Ticket'], axis=1)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다중공선성 (Multicollinearity) 진단 - Menard(2002)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다중공선성: 독립 변수 간 높은 상관관계 -&gt; 계수 추정 불안정, 해석 어려움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진단 기준: VIF &gt; 10, Tolerance &lt; 0.1, 조건지수 &gt; 30이면 심각한 다중공선성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원-핫 인코딩의 완전 다중공선성: 한 열이 나머지 열로부터 완벽 예측 가능 -&gt; drop_first=True로 해결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Hosmer &amp; Lemeshow(2000): 목적적 변수 선택(7단계)으로 교란변수 확인 (20% 이상 계수 변화 시 재포함)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피처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Feature Engineering - 모델 성능의 핵심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피처 엔지니어링이란?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기존 데이터를 변환/결합하여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새로운 피처를 생성하는 과정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중요한 이유: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좋은 피처 -&gt; 단순한 모델로도 높은 성능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도메인 지식을 데이터에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차원 축소 (변수 합치기)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4. 해석력 향상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일반적인 피처 엔지니어링 기법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변수 결합: SibSp + Parch -&gt; family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구간화(Binning): Age -&gt; 유아/청소년/성인/노인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로그 변환: 왜도가 큰 변수에 log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다항 피처: x1 * x2, x1^2 등 상호작용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파생: Name -&gt; 호칭(Mr/Mrs/Miss)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'정답'은 없다. 반복 실험으로 최적 피처 탐색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타이타닉 예시: family = SibSp + Parch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SibSp: 함께 탑승한 형제자매/배우자 수  |  Parch: 함께 탑승한 부모/자녀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변수 모두 '함께 탑승한 가족 수'라는 공통된 의미 -&gt; 하나로 합치기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성능 비교: 피처 엔지니어링 전 78.09%  -&gt;  후 79.21%  (+1.1%p 향상)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data['family'] = data['SibSp'] + data['Parch'] / data.drop(['SibSp', 'Parch'], axis=1)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Cox(1958) &amp; Hosmer-Lemeshow(2000)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Cox (1958) - Regression Analysis of Binary 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로지스틱 회귀의 이론적 토대를 정립한 기념비적 논문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로짓 변환의 체계적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log(p/(1-p)) = beta_0 + beta_1*x_1 +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MLE 적용 방법론과 점근적 성질 체계화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프로빗 모델 대비 오즈비 해석의 장점 강조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뉴턴-랩슨 최적화 방법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왜 시그모이드를 쓰는지, 왜 로그 손실을 쓰는지,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왜 오즈비로 계수를 해석하는지의 근본적 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Hosmer &amp; Lemeshow (2000) - Applied 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권위 있는 실용적 로지스틱 회귀 교과서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기여: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체계적 모델 구축 프레임워크: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변수 선택 -&gt; 모델 적합 -&gt; 진단 -&gt; 평가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목적적 변수 선택 (7단계 과정)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1) 단변량 분석 (p &lt; 0.25)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2) 다변량 모델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3) 유의하지 않은 변수 제거 (p &gt; 0.05)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4) 교란변수 확인 (20% 계수 변화)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Hosmer-Lemeshow 적합도 검정 표준화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진단 통계량: 잔차, 레버리지, Cook's distance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King &amp; Zeng(2001), Ng &amp; Jordan(2002), Menard(2002)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King &amp; Zeng (2001)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Logistic Regression 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Rare Events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희소 사건에서 MLE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편향 문제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확률 과소추정 이론적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사전 교정 방법 제시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가중 로지스틱 회귀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Firth(1993) 편향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방법 적용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Ng &amp; Jordan (2002)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Discriminative vs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Generative Classifiers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판별/생성 모델의 근본적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차이 규명 (NIPS)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나이브 베이즈와 로지스틱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회귀: 동일 모델 패밀리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O(log n) vs O(n)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전환점 존재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편향-분산 트레이드오프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Menard (2002)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Applied Logistic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Regression Analysis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OLS와의 체계적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다양한 계수 해석법: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로짓, 오즈비, 표준화 계수,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한계 효과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유사 R-squared 정리: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McFadden, Cox &amp; Snell,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Nagelkerke, Count R^2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 다중공선성 진단 기준 정리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로지스틱 회귀 스크래치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Breast Cancer 데이터셋 / Cox(1958)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구현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sigmoid() 함수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compute_cost() 로그 손실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compute_gradients() 그래디언트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logistic_regression_gd()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경사하강법 학습 루프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predict() 예측 함수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구현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수치 안정성: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np.clip(z, -500, 500)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epsilon = 1e-15 (log(0) 방지)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 연산: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dw = (1/m) * X^T @ error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for 루프 없이 효율적 계산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sklearn 비교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직접 구현 (경사하강법):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~97% 정확도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(L-BFGS):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~97% 정확도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차이: 최적화 알고리즘 차이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+ L2 정규화 유무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시각화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시그모이드 함수 곡선  |  로그 손실 함수 곡선  |  비용 함수 수렴 곡선  |  2D 결정 경계 (PCA)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학습률(0.01, 0.05, 0.1, 0.5, 1.0)에 따른 수렴 속도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30차원 -&gt; PCA 2차원 축소 후 결정 경계 비교 (직접 구현 vs sklearn)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특성 표준화(StandardScaler) 필수: 경사하강법 수렴을 위해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5.11-12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판별 vs 생성 비교 &amp; 희귀 이벤트 보정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실습 5.11: Ng &amp; Jordan(2002) 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 크기 1%~100% 변화시키며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로지스틱 회귀 vs 나이브 베이즈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3가지 실험: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독립적 특성 (NB 가정 성립)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상관된 특성 (NB 가정 위반)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고차원 데이터 (50개 특성)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실습 5.12: King &amp; Zeng(2001) 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비율별 MLE 편향 분석: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50% -&gt; 20% -&gt; 10% -&gt; 5% -&gt; 2% -&gt; 1%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3가지 모델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표준 로지스틱 회귀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가중 LR (class_weight='balanced')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사전 교정 (Prior Correction)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관찰 포인트 (판별 vs 생성)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전환점(crossover) 확인: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소표본 -&gt; 나이브 베이즈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대표본 -&gt; 로지스틱 회귀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 가정 위반 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전환점이 더 일찍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로지스틱 회귀가 빠르게 역전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관찰 포인트 (희귀 이벤트)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비율 낮을수록 과소추정 심화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1% 양성 -&gt; 수십% 과소추정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ROC 곡선 vs PR 곡선 비교: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불균형 데이터 -&gt; PR 곡선이 더 유용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임계값 0.5에서 양성 거의 검출 못함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임계값을 양성 비율에 맞춤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타이타닉 생존자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전처리 -&gt; 모델링 -&gt; 평가 -&gt; 피처 엔지니어링 전체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743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Step 1: 데이터 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data.head()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data.info()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data.describe()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data.corr() + heatmap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743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Step 2: 전처리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nunique()로 고유값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Name, Ticket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get_dummies(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drop_first=True)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743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Step 3: 모델링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train_test_split(0.8/0.2)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LogisticRegression()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pred = model.predict(X_test)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920240"/>
            <a:ext cx="22860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Step 4: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37744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accuracy_score()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predict_proba()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coef_[0] 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Odds Ratio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sklearn 핵심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sklearn.linear_model import LogisticRegression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sklearn.model_selection import train_test_split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sklearn.metrics import accuracy_score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X_train, X_test, y_train, y_test = train_test_split(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X, y, test_size=0.2, random_state=100)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LogisticRegression()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model.fit(X_train, y_train)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20624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계수 해석 주의사항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model.coef_ -&gt; 2차원 배열 shape=(1, n_features)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model.coef_[0]으로 1차원 추출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model.intercept_ -&gt; 절편(bias)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 양수: 피처 증가 시 생존 확률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 음수: 피처 증가 시 생존 확률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절대값 클수록 영향력 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오즈비: np.exp(model.coef_[0])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(1) - 이메일 스팸 필터링 &amp; 사기 탐지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스팸 필터링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이메일 수신 -&gt; 피처 추출 -&gt; LR 모델 -&gt; P(스팸) -&gt;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주요 피처: keyword_freq, capital_ratio,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special_char_count, link_count, sender_score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정상 메일을 스팸으로 분류(FP)가 치명적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임계값 높이거나 Precision 중시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사기 탐지 (Fraud Detection)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비율 극히 낮음 (~0.1%)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King &amp; Zeng(2001) 희소 사건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실시간 처리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비대칭 비용: 사기 놓침 &gt;&gt; 정상 차단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LR: class_weight={0:1, 1:100}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평가: PR-AUC, Recall, F1 필수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질병 진단 (Disease Diagnosis)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오진 비용 매우 높음 (특히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해석 가능성 중요: 의사가 근거 이해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로지스틱 회귀의 장점: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오즈비로 위험 인자 정량화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'발생 확률 73%' 직관적 소통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Cox(1958) 기반 의학 연구 표준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고객 이탈 예측 (Customer Churn)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이탈률: 보통 15~30%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 비용 &gt; FP 비용 (이탈 놓침이 더 위험)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신규 유치 비용 = 유지 비용의 5~7배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전략: 예측 확률 상위 20% 고객에게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리텐션 마케팅 (쿠폰, 할인)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임계값 0.3으로 낮춰 Recall 향상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- 고객 이탈 Confusion Matrix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혼동 행렬 비즈니스 해석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TN (유지-&gt;유지): 정상 (대응 불필요)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FP (유지-&gt;이탈): 불필요한 마케팅 비용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 (이탈-&gt;유지): 이탈 방지 실패 (가장 위험!)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 (이탈-&gt;이탈): 리텐션 마케팅 대상 (성공)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FN의 비용: 미래 수익 손실 (수백만원 LTV)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FP의 비용: 불필요한 쿠폰 (수만원)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이탈 예측에서 Recall이 중요한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Precision: 이탈 예측 중 실제 이탈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마케팅 비용 효율성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Recall: 실제 이탈 중 식별된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이탈 방지 커버리지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Recall을 높이는 방향으로 조정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(임계값을 낮추는 방향)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실습 코드 하이라이트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confusion_matrix(y_test, pred)  -&gt;  tn, fp, fn, tp = cm.ravel()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classification_report(y_test, pred, target_names=['유지', '이탈'])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ConfusionMatrixDisplay.from_predictions(y_test, pred, normalize='true')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피처 중요도: coef_churn = pd.Series(model.coef_[0], index=X.columns)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양수 계수 -&gt; 이탈 확률 증가 요인  /  음수 계수 -&gt; 이탈 확률 감소 요인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5장 전체 내용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로지스틱 회귀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유형: 지도학습 - 분류 (Classification)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함수: sigma(z) = 1/(1+e^(-z))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 함수: Log Loss (Binary Cross Entropy)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최적화: 경사하강법 or L-BFGS (준뉴턴법)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출력: 클래스 확률 (0~1)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간단, 확률 해석, 계수 해석,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선형 결정 경계만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5개 논문의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Cox(1958): 로짓+MLE = LR의 수학적 기초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Hosmer(2000): 체계적 모델 구축/진단/평가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King(2001): 희소 사건 MLE 편향, 보정 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Ng(2002): 소표본=생성, 대표본=판별 모델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Menard(2002): OLS 비교, 다양한 계수 해석법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전처리 체크리스트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상관관계 분석: corr(), heatmap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고유값 많은 불필요 변수 제거: nunique(), drop()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카테고리 -&gt; 더미 변수: get_dummies(drop_first=True)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피처 엔지니어링: 도메인 지식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특성 표준화: StandardScaler (경사하강법 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6. 다중공선성 확인: VIF &gt; 10 주의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모델 평가 체크리스트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기본: accuracy_score, confusion_matrix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 보고서: classification_report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곡선: ROC/AUC, PR 곡선/AP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데이터: MCC, F1, Recall 중시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임계값: 문제 특성에 맞게 조정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적합도: Hosmer-Lemeshow 검정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476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시그모이드 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476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sigma(z) = 1 / (1 + e^(-z))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시그모이드 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04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sigma'(z) = sigma(z) * (1 - sigma(z))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로짓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620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logit(p) = ln(p / (1-p)) = w^T x +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오즈비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192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OR = e^(w_i)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이진 교차 엔트로피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764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J = -(1/n) SUM [y*ln(y_hat) + (1-y)*ln(1-y_hat)]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336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그래디언트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336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grad_w J = (1/n) X^T (y_hat - 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908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소프트맥스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6908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P(y=k|X) = e^(z_k) / SUM_j e^(z_j)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480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사전 교정 (King)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480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beta_0_c = beta_0 - ln[(1-tau)/tau * y_bar/(1-y_bar)]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778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F1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6052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F1 = 2 * Precision * Recall / (Precision + Recall)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035040"/>
            <a:ext cx="2743200" cy="38404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06247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MCC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606247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MCC = (TP*TN - FP*FN) / sqrt((TP+FP)(TP+FN)(TN+FP)(TN+FN))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sklearn 핵심 코드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기본 학습 &amp; 예측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sklearn.linear_model import LogisticRegression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sklearn.model_selection import train_test_split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sklearn.metrics import accuracy_score,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classification_report, roc_auc_score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데이터 분리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X_train, X_test, y_train, y_test = train_test_split(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X, y, test_size=0.2, random_state=42)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모델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 = LogisticRegression(max_iter=1000)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pred = model.predict(X_test)        # 클래스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prob = model.predict_proba(X_test)   # 확률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평가 &amp; 계수 해석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평가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accuracy_score(y_test, pred)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roc_auc_score(y_test, prob[:, 1])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classification_report(y_test, pred)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계수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model.coef_[0]        # 피처별 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model.intercept_       # 절편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np.exp(model.coef_[0]) # 오즈비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불균형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LogisticRegression(class_weight='balanced')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# 다중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LogisticRegression(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multi_class='multinomial',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solver='lbfgs')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주요 용어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로지스틱 회귀 (Logistic Regression) - 분류를 위한 선형 모델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시그모이드 함수 (Sigmoid) - 실수를 0~1 확률로 변환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임계값 (Threshold) - 확률을 클래스로 변환하는 기준값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로그 손실 (Log Loss) - 로지스틱 회귀의 비용 함수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이진 교차 엔트로피 (Binary CE) - 로그 손실의 다른 이름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오즈 (Odds) - 발생/미발생 확률의 비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오즈비 (Odds Ratio) - 피처 변화에 따른 오즈 변화량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로짓 (Logit) - 오즈의 자연로그, 시그모이드 역함수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소프트맥스 (Softmax) - 다중 분류용 활성화 함수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더미 변수 (Dummy Variable) - 카테고리를 이진 열로 변환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판별 모델 (Discriminative) - P(y|x) 직접 학습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생성 모델 (Generative) - P(x|y)P(y) 학습, 베이즈 정리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혼동 행렬 (Confusion Matrix) - 예측 결과 세부 분류표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정밀도 (Precision) - 양성 예측 중 실제 양성 비율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재현율 (Recall) - 실제 양성 중 양성 예측 비율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MCC - 불균형에 강건한 단일 평가 지표 [-1, +1]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10개 핵심 질문으로 이해도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Q1. 선형 회귀로 이진 분류 시 발생하는 4가지 문제와 로지스틱 회귀의 해결법은?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Q2. 시그모이드 미분 sigma'(z) = sigma(z)(1-sigma(z))을 증명하시오.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Q3. 오즈비(OR) = 1.5의 의미를 타이타닉 예시로 설명하시오.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Q4. MLE 우도 최대화 = 로그 손실 최소화의 동치성을 보이시오.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Q5. Ng(2002): O(log n) vs O(n) 수렴이 모델 선택에 주는 시사점은?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Q6. King(2001): 양성 비율 1% 데이터에서 MLE 편향과 2가지 교정법?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Q7. 정확도 98%인 사기 탐지 모델(양성 2%)이 좋은 모델인가?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Q8. K=2일 때 소프트맥스가 시그모이드로 환원됨을 보이시오.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Q9. Hosmer-Lemeshow 적합도 검정의 절차와 귀무가설?</a:t>
            </a:r>
          </a:p>
          <a:p>
            <a:pPr>
              <a:spcAft>
                <a:spcPts val="14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Q10. 직접 구현 LR과 sklearn LR의 성능 차이 원인 2가지?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맑은 고딕"/>
              </a:defRPr>
            </a:pPr>
            <a:r>
              <a:t>5장: 로지스틱 회귀 (Logistic Regression)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다음 장: 6장 - KNN (K-Nearest Neighbors)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핵심 논문: Cox(1958), Hosmer &amp; Lemeshow(2000), King &amp; Zeng(2001), Ng &amp; Jordan(2002), Menard(2002)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