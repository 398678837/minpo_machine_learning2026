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645920"/>
            <a:ext cx="39620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04 Linear Regression</a:t>
            </a:r>
            <a:br/>
            <a:r>
              <a:t>运行结果详细解析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Microsoft YaHei"/>
              </a:defRPr>
            </a:pPr>
            <a:r>
              <a:t>授课教师: Jung, Minpo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课程: Machine Learning  |  学期: 2026年第1学期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对象: 博士课程（中国博士课程学生）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数据加载与整体结构确认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1338 rows x 6 columns — 保险投保人数据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age  sex     bmi  children  smoker      charges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0      19    0  27.900         0       1  16884.92400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...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1337   61    0  29.070         0       1  29141.36030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[1338 rows x 6 columns]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数据概要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共1338名保险投保人数据已正常加载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6个变量: age, sex, bmi, children, smoker, charges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索引: 从0到1337 (Python默认索引)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6个变量说明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age — 年龄 (18~64岁)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sex — 性别 (0=女性, 1=男性)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bmi — 体质量指数 (Body Mass Index)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children — 子女数 (0~5)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smoker — 吸烟与否 (0=非吸烟, 1=吸烟)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charges — 保险理赔费用 (因变量, 美元)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319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首行/末行数据解读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索引0: 19岁, 女性(0), BMI 27.9, 无子女, 吸烟者(1)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保险费 $16,884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索引1337: 61岁, 女性(0), BMI 29.07, 无子女, 吸烟者(1)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保险费 $29,141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前5行数据确认 (head)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head() 输出 — 数据样本检查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6858000" cy="20116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6492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age  sex     bmi  children  smoker      charges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0   19    0  27.900         0       1  16884.92400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1   18    1  33.770         1       0   1725.55230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2   28    1  33.000         3       0   4449.46200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3   33    1  22.705         0       0  21984.47061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4   32    1  28.880         0       0   3866.85520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288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920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编码说明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2860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sex: 0 = 女性, 1 = 男性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smoker: 0 = 非吸烟者, 1 = 吸烟者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(分类型 -&gt; 数值转换已完成)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索引0号 vs 3号 对比分析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0号: 19岁, 吸烟者 -&gt; $16,884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3号: 33岁, 非吸烟者 -&gt; $21,984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虽然年龄大14岁，但非吸烟者3号的保险费更高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-&gt; 表明除吸烟与否外，其他因素也在综合发挥作用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062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核心发现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634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吸烟与否(smoker)并非唯一决定因素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年龄、BMI、子女数等变量共同影响保险费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-&gt; 需要多元回归(Multiple Regression)分析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数据结构信息 (info)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数据类型、缺失值、内存使用量确认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9436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RangeIndex: 1338 entries, 0 to 1337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 columns (total 6 columns):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#   Column    Non-Null Count  Dtype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---  ------    --------------  -----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0   age       1338 non-null   int64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1   sex       1338 non-null   int64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2   bmi       1338 non-null   float64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3   children  1338 non-null   int64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4   smoker    1338 non-null   int64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5   charges   1338 non-null   float64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dtypes: float64(2), int64(4)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memory usage: 62.8 KB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8463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无缺失值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所有变量均为 1338 non-null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实际工作中非常罕见 -&gt; 教材预先清洗过的数据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474720"/>
            <a:ext cx="48463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5661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数据类型 (Dtype)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93192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int64 (整数): age, sex, children, smoker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sex和smoker原为分类变量, 已编码为数值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float64 (浮点数): bmi, charges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带小数点的连续型变量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539496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54864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内存使用量: 62.8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58521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非常小的数据集 (实际工作中数GB以上也常见)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无需额外清洗, 可直接进入建模阶段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描述性统计 (describe) — 变量解析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age, sex, bmi 详细解析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age (年龄)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mean = 39.21 -&gt; 平均年龄约39岁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std = 14.05 -&gt; 标准差14岁, 分布较广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min = 18.00 -&gt; 最小18岁 (仅成年人)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50% = 39.00 -&gt; 中位数=平均值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暗示对称分布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max = 64.00 -&gt; 最大64岁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年龄范围: 18~64岁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分布接近均匀/对称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sex (性别)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mean = 0.51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男性(1)比例约51%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男女比例几乎均等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编码方式: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0 = 女性, 1 = 男性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性别分布均衡,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不存在严重的类别不平衡问题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4747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bmi (体质量指数)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mean = 30.66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WHO标准: BMI&gt;=30 为'肥胖'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平均值位于肥胖临界值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min = 15.96 -&gt; 体重偏低水平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max = 53.13 -&gt; 重度肥胖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BMI分布范围很广,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涵盖偏低到重度肥胖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描述性统计 (describe) — 变量解析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children, smoker, charges 详细解析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children (子女数)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mean = 1.09 -&gt; 平均约1个子女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max = 5.00 -&gt; 最多5个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75% = 2.00 -&gt; 75%的人子女在2个以下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smoker (吸烟与否)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mean = 0.20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吸烟者比例约20%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非吸烟者占80%, 占压倒性多数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charges (保险理赔费用) — 因变量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mean = $13,270  |  std = $12,110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标准差与平均值几乎相同, 分布非常广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min = $1,122  |  max = $63,770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最高约为最低的57倍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50% = $9,382 -&gt; 远低于平均值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111556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核心发现: charges 呈右偏(right-skewed)分布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平均值($13,270) &gt; 中位数($9,382) -&gt; 少数高额理赔者拉高了平均值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这很可能由吸烟者群体的高保险费造成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对线性回归来说, 右偏分布可能导致高额区间预测不佳 -&gt; 后续可考虑对数变换(log transform)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预测值 vs 实际值对比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268个测试集样本 (占全部1338的20%)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索引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92024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实际值 (actual)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92024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预测值 (pred)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92024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误差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192024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判定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77440"/>
            <a:ext cx="1097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774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2377440"/>
            <a:ext cx="20116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$1,827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377440"/>
            <a:ext cx="20116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$4,765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37744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+$2,938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2377440"/>
            <a:ext cx="25603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2377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过高预测(2.6倍)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88920"/>
            <a:ext cx="1097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7889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306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2788920"/>
            <a:ext cx="20116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2788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$20,178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2788920"/>
            <a:ext cx="20116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2788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$4,958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78892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-$15,220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2788920"/>
            <a:ext cx="25603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严重过低预测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00400"/>
            <a:ext cx="1097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200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318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0" y="3200400"/>
            <a:ext cx="20116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0" y="3200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$7,421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3200400"/>
            <a:ext cx="20116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3200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$8,299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320040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+$878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0" y="3200400"/>
            <a:ext cx="25603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0" y="3200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相对准确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611880"/>
            <a:ext cx="1097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6118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815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0" y="3611880"/>
            <a:ext cx="20116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45920" y="3611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$1,878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0" y="3611880"/>
            <a:ext cx="20116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3611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$3,079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361188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0" y="3611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+$1,201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80" y="3611880"/>
            <a:ext cx="25603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0" y="3611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过高预测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023360"/>
            <a:ext cx="1097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0233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157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0" y="4023360"/>
            <a:ext cx="20116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45920" y="4023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$15,518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0" y="4023360"/>
            <a:ext cx="20116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0" y="4023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$24,166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0" y="402336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0" y="4023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+$8,648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98080" y="4023360"/>
            <a:ext cx="25603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0" y="4023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过高预测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434840"/>
            <a:ext cx="1097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4348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1015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45920" y="4434840"/>
            <a:ext cx="20116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45920" y="4434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$12,125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4434840"/>
            <a:ext cx="20116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0" y="4434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$11,638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0" y="443484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0" y="4434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-$487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98080" y="4434840"/>
            <a:ext cx="25603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98080" y="4434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非常准确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47548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索引306号 — 严重过低预测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5212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实际 $20,178 却预测 $4,958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此人可能是吸烟者, 但模型未能正确捕捉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误差高达 -$15,220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00800" y="47548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索引1015号 — 非常准确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5212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实际 $12,125 vs 预测 $11,638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误差仅 $487 (约4%)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展示了模型在中间区间的良好性能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散点图可视化解析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x轴 = 实际值, y轴 = 预测值 | 完美模型: 所有点在45度对角线上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3个区域分析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低额区间 ($0~$15,000):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点聚集在对角线附近, 预测良好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中额区间 ($15,000~$35,000):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点开始偏离对角线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过高/过低预测混合出现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高额区间 ($35,000以上):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点大幅分散, 预测不稳定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3个聚类现象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聚类1: 非吸烟者 (低额)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集中在 $0~$15,000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聚类2: 非吸烟者 (中额)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年龄/BMI较高的非吸烟者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聚类3: 吸烟者 (高额)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$20,000以上, 分散度大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关键结论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吸烟者/非吸烟者群体之间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保险费差异极大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线性回归难以完美捕捉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这种群体间的非线性差异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-&gt; 需要更复杂的模型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(决策树、随机森林等)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或添加交互项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RMSE (Root Mean Squared Error) 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模型预测误差的衡量指标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545"/>
                </a:solidFill>
                <a:latin typeface="Microsoft YaHei"/>
              </a:defRPr>
            </a:pPr>
            <a:r>
              <a:t>RMSE = $5,684.93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预测值与实际值平均偏差约 $5,685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C00"/>
                </a:solidFill>
                <a:latin typeface="Microsoft YaHei"/>
              </a:defRPr>
            </a:pPr>
            <a:r>
              <a:t>RMSE/均值 = 42.8%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5,685 / 13,270 = 42.8%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RMSE 公式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RMSE = sqrt(mean((yi - yi_hat)^2))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502920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RMSE 计算步骤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对每个数据计算 (实际值 - 预测值) 的差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对差值进行平方 (消除符号 + 惩罚大误差)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计算平方值的平均 (MSE)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 对平均值取平方根 (恢复到原始尺度)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RMSE对大误差更敏感 (因为平方运算)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相比MAE, 更严厉地惩罚离群值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474720"/>
            <a:ext cx="576072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566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相对比较说明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RMSE没有绝对的好/坏标准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主要用于与其他模型的相对比较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后续目标: 通过以下方法降低RMSE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Ridge / Lasso 回归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Random Forest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XGBoost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特征工程 (交互项、对数变换等)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R² 决定系数 (Coefficient of Determination)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模型解释力的衡量指标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45720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96"/>
                </a:solidFill>
                <a:latin typeface="Microsoft YaHei"/>
              </a:defRPr>
            </a:pPr>
            <a:r>
              <a:t>R² = 0.7368 (约73.7%)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5个自变量解释了charges变动的约73.7%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920240"/>
            <a:ext cx="621792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20116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R² = SSR/SST = 1 - SSE/SST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7744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SST(总变动) | SSR(模型解释的变动) | SSE(误差变动)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R² 范围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47472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评价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0.9 以上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393192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非常优秀的模型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891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0.7 ~ 0.9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438912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良好的模型  &lt;-- 我们的模型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0.5 ~ 0.7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484632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一般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035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0.5 以下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530352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解释力不足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47472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剩余26.3%的来源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9319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当前模型未包含的因素: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基础疾病有无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居住地区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职业、运动习惯等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或变量间的非线性关系: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吸烟者的BMI效应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  可能与非吸烟者不同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回归系数 (Coefficients) 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各自变量对保险费的影响大小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变量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92024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系数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5669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smoker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3774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+23,469.28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377440"/>
            <a:ext cx="5669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3774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影响最大: 吸烟者保险费高约$23,469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children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8346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+469.34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834640"/>
            <a:ext cx="5669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8346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每增加1个子女, 增加约$469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9184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bmi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2918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+297.51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291840"/>
            <a:ext cx="5669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2918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BMI每增加1, 增加约$298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4904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749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7490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3749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+264.80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749040"/>
            <a:ext cx="5669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749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年龄每增加1岁, 增加约$265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20624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sex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42062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+17.34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4206240"/>
            <a:ext cx="5669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4206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男性比女性高约$17 (影响微乎其微)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57200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核心发现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0292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吸烟(smoker)是压倒性首要因素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系数23,469, 比其他变量大数十至数百倍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性别(sex)几乎无意义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系数仅17, 影响可忽略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5720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补充发现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0292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BMI和年龄影响相近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分别为298和265, 程度相似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 子女数也有显著影响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每增加1个子女约增加$469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反映根据受抚养人数确定保险费的机制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截距 (Intercept) 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回归方程的常数项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01168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1031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A06CFF"/>
                </a:solidFill>
                <a:latin typeface="Microsoft YaHei"/>
              </a:defRPr>
            </a:pPr>
            <a:r>
              <a:t>Intercept = -$11,577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51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所有自变量为0时的charges预测值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截距的含义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数学定义: 所有自变量 = 0 时的 charges 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实际意义有限: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不存在'0岁, 女性, BMI=0, 无子女, 非吸烟者'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应理解为数学上的校正值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而非现实中的实际情况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6576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截距为负的原因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其他系数之和为较大的正数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-&gt; age(264.8) + bmi(297.5) + 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截距需要为负数才能使整体预测值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落在合理范围内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这是回归方程自动调整的结果,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属于正常现象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最终预测公式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回归方程与预测示例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155680" cy="82296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onsolas"/>
              </a:defRPr>
            </a:pPr>
            <a:r>
              <a:t>charges = 264.80 x age + 17.34 x sex + 297.51 x bmi + 469.34 x children + 23469.28 x smoker - 11577.00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示例: 30岁, 男性, BMI 25, 1子女, 非吸烟者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= 264.80 x 30 + 17.34 x 1 + 297.51 x 25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+ 469.34 x 1 + 23469.28 x 0 - 11577.00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= 7944.00 + 17.34 + 7437.75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+ 469.34 + 0 - 11577.00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= $4,291.43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01752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同等条件, 吸烟者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= $4,291.43 + $23,469.28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= $27,760.71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仅凭吸烟与否一项,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保险费就相差约 6.5 倍!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非吸烟: $4,291  vs  吸烟: $27,761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综合评价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模型性能总结、优势与局限、改进方向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743200" cy="7315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45"/>
                </a:solidFill>
                <a:latin typeface="Microsoft YaHei"/>
              </a:defRPr>
            </a:pPr>
            <a:r>
              <a:t>RMSE = $5,684.93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约43%误差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28800"/>
            <a:ext cx="2743200" cy="7315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R² = 0.7368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73.7%解释力 (良好)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优势 (3点)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解释性非常直观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可定量把握各变量对保险费的影响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训练速度非常快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适合作为基线模型(Baseline)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明确捕捉到核心因素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吸烟是保险费的首要决定因素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92608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局限 (3点)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38328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非线性关系捕捉不足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吸烟者内部的精细预测不佳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高额区间预测误差大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charges右偏分布的影响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未考虑交互效应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例: 吸烟者的BMI效应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可能与非吸烟者不同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92608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Microsoft YaHei"/>
              </a:defRPr>
            </a:pPr>
            <a:r>
              <a:t>改进方向 (4点)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38328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对数变换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对charges取log使分布正态化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添加交互项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smoker x bmi 等交互作用项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非线性模型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决策树、随机森林、XGBoost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 正则化技术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Ridge, Lasso, Elastic 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