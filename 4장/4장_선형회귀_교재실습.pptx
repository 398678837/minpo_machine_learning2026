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18872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맑은 고딕"/>
              </a:defRPr>
            </a:pPr>
            <a:r>
              <a:t>선형 회귀 - 보험료 예측하기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t>Linear Regression: Predicting Insurance Charges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114800"/>
            <a:ext cx="3047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맑은 고딕"/>
              </a:defRPr>
            </a:pPr>
            <a:r>
              <a:t>교수자: Jung, Minpo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교과목: Machine Learning  |  학기: 2026년도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 &amp; 학습 순서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선형 회귀 모델로 보험 데이터셋을 학습해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보험료를 예측하고,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선형 회귀의 작동 원리를 이해한다.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학습 순서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4.1  문제 정의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4.2  라이브러리 및 데이터 불러오기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4.3  데이터 확인하기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4.4  전처리: 학습셋/시험셋 나누기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4.5  데이터 모델링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4.6  모델을 활용해 예측하기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4.7  모델 평가하기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4.8  이해하기: 선형 회귀 원리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선형 회귀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Linear Regression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Linear Regression 이란?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기초적인 머신러닝 모델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연속형 변수를 예측 (예: 165.5cm, 172.3cm 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입력 변수와 출력 변수 사이의 선형 관계를 학습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TOP 10 알고리즘 선정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가장 기초적인 알고리즘으로 반드시 알아야 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다른 알고리즘의 베이스라인(Baseline)으로 활용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 해석이 용이하여 실무에서 자주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206240"/>
            <a:ext cx="9144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663440"/>
            <a:ext cx="9144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간단하고 직관적, 해석이 쉬움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749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074920"/>
            <a:ext cx="9144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5074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학습 속도가 빠르고 구현이 용이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864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486400"/>
            <a:ext cx="9144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예측력이 낮을 수 있음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978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897880"/>
            <a:ext cx="9144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5897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독립변수와 종속변수 간 선형 관계 전제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Problem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미션 (Mission)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보험 데이터셋을 이용하여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보험사에서 청구할 보험료(charges)를 예측하라!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프로젝트 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난이도: ★☆☆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알고리즘: Linear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데이터셋: insurance.csv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데이터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데이터: insurance.csv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종속변수(y): charges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독립변수(X): age, sex, bmi,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children, smoker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8404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평가지표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2062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RMSE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(Root Mean Squared Error)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예측값과 실제값의 차이를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제곱 평균의 제곱근으로 측정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49039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8404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사용 라이브러리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pandas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seaborn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라이브러리 및 데이터 불러오기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Import Libraries &amp; Load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5156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file_url = 'https://media.githubusercontent.com/media/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          musthave-ML10/data_source/main/insurance.csv'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data = pd.read_csv(file_url)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 분석을 위한 핵심 라이브러리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DataFrame 구조로 데이터를 다룸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CSV, Excel 등 다양한 형식 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57200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pd.read_csv()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URL 또는 로컬 경로에서 CSV 파일을 읽어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DataFrame으로 변환하는 함수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 변수에 저장하여 사용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확인하기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data 출력 및 data.head()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data → 1338 rows × 6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변수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age     : 나이 (연속형)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sex     : 성별 (범주형, 1=남, 0=여)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bmi     : 체질량지수 (연속형)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children: 자녀 수 (연속형)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smoker  : 흡연 여부 (범주형, 1=예, 0=아니오)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charges : 보험료 (종속변수, 연속형)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data.head()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286000"/>
            <a:ext cx="731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bmi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children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smoker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286000"/>
            <a:ext cx="14630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charges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743200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27.90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2743200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27432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16884.92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3127248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312724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33.77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32720" y="3127248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31272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1725.55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511296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5112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33.00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32720" y="3511296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32720" y="351129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4449.46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33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3895344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38953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22.70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32720" y="3895344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32720" y="389534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21984.47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4279392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42793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8952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28.88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2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1832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1832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32720" y="4279392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32720" y="42793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3866.86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확인하기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연속형 vs 범주형 변수 &amp; data.info()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연속형 변수 vs 범주형 변수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▶ 연속형(Continuous): 연속적 숫자값 (age, bmi, children, charges)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▶ 범주형(Categorical): 범주/그룹을 나타내는 값 (sex, smoker)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sex   : 1 = 남자(male),  0 = 여자(female)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smoker: 1 = 흡연자(yes), 0 = 비흡연자(no)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data.info()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&lt;class 'pandas.core.frame.DataFrame'&gt;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RangeIndex: 1338 entries, 0 to 1337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 columns (total 6 columns):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#  Column    Non-Null Count  Dtype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0  age     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  sex     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  bmi       1338 non-null   float64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  children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4  smoker  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5  charges   1338 non-null   float64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dtypes: float64(2), int64(4)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결측치(null) 없음 → 전처리 부담 적음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포인트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6개 컬럼, 1338개 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결측치(Missing Value)가 없음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sex, smoker는 이미 숫자로 인코딩 완료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별도의 인코딩 전처리 불필요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확인하기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data.describe() &amp; 사분위수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round(data.describe(),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164592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bmi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children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smoker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charges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1338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74320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1338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1338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1338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1338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74320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1338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mean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39.21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10896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0.51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30.66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1.09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10896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13270.42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std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14.05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347472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6.10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1.21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12110.01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4592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18.00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384048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15.96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5216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6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384048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4944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1121.87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25%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4592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4592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27.00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26.30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75488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16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49440" y="420624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4740.29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50%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4592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64592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39.00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0" y="457200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432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1.00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30.40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5488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5488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1.00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5216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5216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49440" y="457200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4944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9382.03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75%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64592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64592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51.00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0" y="493776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1.00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5760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5760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34.69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75488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5488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2.00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85216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5216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0.00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49440" y="493776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16639.91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4864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max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64.00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0" y="530352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4320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1.00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53.13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5488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5488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5.00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85216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5216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1.00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949440" y="530352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4944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63770.43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48640" y="548640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31520" y="5577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사분위수 (Quantile) 개념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25% (Q1): 하위 25% 지점  |  50% (Q2/중앙값): 정중앙  |  75% (Q3): 상위 25% 지점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charges 평균(13270) &gt; 중앙값(9382) → 오른쪽으로 치우친 분포 (고액 보험료 존재)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전처리: 학습셋과 시험셋 나누기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Train/Test Split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1단계: 독립변수 / 종속변수 분리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독립변수(X): age, sex, bmi, children, smoker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종속변수(y): charges (예측 대상)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X는 원인, y는 결과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2단계: 학습셋 / 시험셋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학습셋(Train): 모델이 학습하는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시험셋(Test): 모델 성능을 평가하는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보통 8:2 또는 7:3 비율로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X_train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학습용 독립변수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맑은 고딕"/>
              </a:defRPr>
            </a:pPr>
            <a:r>
              <a:t>y_train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학습용 종속변수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맑은 고딕"/>
              </a:defRPr>
            </a:pPr>
            <a:r>
              <a:t>X_test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시험용 독립변수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45"/>
                </a:solidFill>
                <a:latin typeface="맑은 고딕"/>
              </a:defRPr>
            </a:pPr>
            <a:r>
              <a:t>y_test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시험용 종속변수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데이터셋 나누기 (코드)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Train/Test Split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515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독립변수(X)와 종속변수(y) 분리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X = data[['age', 'sex', 'bmi', 'children', 'smoker']]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y = data['charges']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학습셋과 시험셋 분리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  X, y, test_size=0.2, random_state=100)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test_size =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전체 데이터의 20%를 시험셋으로 분리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나머지 80%가 학습셋이 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502920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random_state =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4864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샘플링을 고정하여 재현성 보장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같은 숫자를 넣으면 항상 같은 결과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Model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모델링 3단계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① 알고리즘 선택 (LinearRegression)  →  ② 모델 생성 (model 객체)  →  ③ 모델 학습 (fit)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05156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1. 알고리즘 선택 &amp; 모델 생성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model = LinearRegression()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2. 모델 학습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LinearRegression()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sklearn이 제공하는 선형 회귀 모델 클래스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57784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model.fit(X_train, y_train)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6035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학습셋(X, y)을 넣어 모델을 학습시킴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모델을 활용해 예측하기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E696"/>
                </a:solidFill>
                <a:latin typeface="Consolas"/>
              </a:defRPr>
            </a:pPr>
            <a:r>
              <a:t>pred = model.predict(X_test)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predict() 함수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학습된 모델에 시험셋(X_test)을 입력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독립변수(X)만 입력해야 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종속변수(y)는 넣지 않음!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pred에는 예측된 보험료가 저장됨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주의사항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X_test만 넣어야 함 (y_test 넣으면 안 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학습에 사용하지 않은 데이터로 예측해야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모델의 일반화 성능을 평가할 수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pred 결과를 y_test와 비교하여 평가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테이블로 평가하기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Evaluation with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400800" cy="16459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comparison = pd.DataFrame({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'actual': y_test,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'pred': pred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comparison  # 268 rows x 2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206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결과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688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268개 시험 데이터에 대해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실제값(actual)과 예측값(pred)을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나란히 비교하는 DataFrame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comparison 결과 (일부)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764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48463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9095.07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8463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11834.68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887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52120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5272.18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2120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8292.14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890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55778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29330.98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5778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34069.01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436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1293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59436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9301.89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9436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12077.35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259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630936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024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44202.65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630936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36553.34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114800"/>
            <a:ext cx="47548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actual vs pred 비교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5720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actual: 실제 보험료 (정답)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pred: 모델이 예측한 보험료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값이 비슷하면 좋은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차이가 크면 예측 실패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테이블만으로는 전체 패턴 파악 어려움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그래프로 평가하기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Evaluation with Scatter 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plt.figure(figsize=(10, 10))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sns.scatterplot(x='actual', y='pred',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    data=comparison)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75488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산점도(Scatter Plot)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▶ x축: 실제값(actual), y축: 예측값(pred)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녹색 점선(대각선) 근처: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actual ≈ pred → 정확한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대각선 위쪽: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pred &gt; actual → 과대예측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대각선 아래쪽: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pred &lt; actual → 과소예측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점들이 대각선에 가까울수록 좋은 모델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3개 영역 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✅ 대각선 근처 = 예측 정확 (ideal zone)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⚠️ 대각선 위쪽 = 과대예측 (over-prediction)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⚠️ 대각선 아래쪽 = 과소예측 (under-prediction)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대부분의 점이 대각선 부근에 모여 있으나 이탈값도 존재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RMSE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Root Mean Squared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01168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46888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|실제-예측| 평균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직관적, 이상치에 덜 민감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92608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(실제-예측)² 평균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큰 오차에 더 큰 패널티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8328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RMSE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38328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√MSE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단위가 원래와 같아 해석 용이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Table A vs Table B 비교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97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절댓값 합(MAE)이 같아도 제곱 합(MSE)은 다를 수 있음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큰 오차 하나가 MSE를 크게 증가시킴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RMSE는 큰 오차에 민감한 지표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9496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32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from sklearn.metrics import mean_squared_error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mean_squared_error(y_test, pred) ** 0.5   # RMSE: 5684.93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84048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결과: RMSE = 5684.93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297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예측값과 실제값의 평균 오차가 약 $5,685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보험료 범위(1121~63770) 대비 판단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단독으로는 좋고 나쁨 판단 어려움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R² (결정 계수)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Coefficient of Determination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R² = SSR / SST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SST (총변동): 실제값과 평균의 차이 제곱합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SSR (설명된 변동): 예측값과 평균의 차이 제곱합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SSE (설명 안 된 변동): 실제값과 예측값의 차이 제곱합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SST = SSR + SSE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R² = SSR / SST = 1 - (SSE / SST)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0 ~ 1 사이 값, 1에 가까울수록 좋음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model.score(X_train, y_train)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결과: 0.7368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R² 해석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R² = 0.7368 → 약 73.7% 설명력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독립변수가 종속변수 변동의 73.7%를 설명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0.7 ~ 0.8 이면 괜찮은(decent) 수준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0.9 이상이면 매우 좋은 모델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R² vs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R²는 상대적 지표 (0~1), RMSE는 절대적 지표 (단위: 달러)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R²가 높으면 RMSE는 상대적으로 낮음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두 지표를 함께 보면 모델 성능을 종합적으로 판단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이해하기: 선형 회귀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How Linear Regression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y = ax +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a: 기울기 (coefficient, 계수)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b: y절편 (intercept)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독립변수(x)와 종속변수(y)의 선형 관계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여러 독립변수: y = a₁x₁ + a₂x₂ + ... +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손실 함수 (Loss Function)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예측값과 실제값의 차이를 최소화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OLS: (실제-예측)² 합을 최소화하는 선 찾기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최적의 기울기(a)와 절편(b)을 찾는 것이 학습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보험료 예측 수식 (학습된 모델)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nsolas"/>
              </a:defRPr>
            </a:pPr>
            <a:r>
              <a:t>charges = 264.8×age + 17.3×sex + 297.5×bmi + 469.3×children + 23469.3×smoker - 11577.0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맑은 고딕"/>
              </a:defRPr>
            </a:pPr>
            <a:r>
              <a:t>수식 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age 1 증가 → charges 약 265 증가  |  smoker=1(흡연) → charges 약 23,469 증가  |  절편(b) = -11,577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4.8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계수와 절편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Coefficients &amp; Intercept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4008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계수(기울기) 확인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model.coef_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array([ 264.8, 17.3, 297.5, 469.3, 23469.3])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계수를 보기 좋게 출력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pd.Series(model.coef_, index=X.columns)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age        264.8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sex         17.3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bmi        297.5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children   469.3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smoker   23469.3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절편(y-intercept) 확인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model.intercept_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-11576.999976112367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2062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계수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6888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age: 나이 1세 증가 → 보험료 약 $265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sex: 성별에 따른 차이 약 $17 (매우 작음)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bmi: BMI 1 증가 → 보험료 약 $298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children: 자녀 1명 증가 → 약 $469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smoker: 흡연자 → 약 $23,469 증가!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→ 흡연 여부가 보험료에 가장 큰 영향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절편 (Intercept) = -11,577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모든 독립변수가 0일 때의 기본값 (실제로는 발생하지 않는 이론적 값)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계수(coef_)와 절편(intercept_)을 합치면 전체 예측 수식이 완성됨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04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문제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데이터 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데이터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19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전처리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모델링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예측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2004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선형 회귀: y = a₁x₁ + a₂x₂ + ... + 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연속형 변수 예측에 사용되는 기초 알고리즘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sklearn으로 간단히 구현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LinearRegression().fit() → predict()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평가: RMSE = 5,685 / R² = 0.7368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흡연 여부(smoker)가 보험료에 가장 큰 영향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장점: 간단, 해석 용이, 빠른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• 한계: 비선형 관계 포착 어려움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004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전체 코드 파이프라인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576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import pandas as pd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data = pd.read_csv(file_url)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data.head() / data.info() / data.describe()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X, y 분리 → train_test_split()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model = LinearRegression()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6. model.fit(X_train,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7. pred = model.predict(X_test)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8. pd.DataFrame({'actual':y_test, 'pred':pred})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9. sns.scatterplot(x='actual', y='pred', ...)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10. mean_squared_error(y_test, pred)**0.5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11. model.score() / model.coef_ / model.intercept_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