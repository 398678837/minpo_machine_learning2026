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CHAPTER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나이브 베이즈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맑은 고딕"/>
              </a:defRPr>
            </a:pPr>
            <a:r>
              <a:t>Naive Bayes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14800"/>
            <a:ext cx="7315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베이즈 정리 | 조건부 독립 | 텍스트 분류 | 스팸 필터링 | 라플라스 스무딩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참고 논문: Rish(2001), McCallum &amp; Nigam(1998), Rennie et al.(2003), Zhang(2004), Metsis et al.(2006)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기계학습 | 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7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베이즈 정리 (Bayes' Theorem)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빈도주의 vs 베이지안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나이브 가정과 최적성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54864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나이브 베이즈 변형들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03520"/>
            <a:ext cx="548640" cy="54864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94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텍스트 분류: BoW와 TF-IDF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스팸 필터링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34640"/>
            <a:ext cx="548640" cy="5486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라플라스 스무딩 &amp; 로그 확률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657600"/>
            <a:ext cx="54864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749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749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생성 모델 vs 판별 모델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480560"/>
            <a:ext cx="548640" cy="5486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572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572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논문 리뷰 &amp; 실습 소개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303520"/>
            <a:ext cx="548640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394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1B2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394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응용 사례 &amp; 핵심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베이즈 정리 (Bayes' Theorem)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사전 지식을 새로운 증거로 갱신하여 사후 확률을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유도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조건부 확률의 정의: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P(A|B) = P(A n B) / P(B)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P(B|A) = P(A n B) / P(A)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식에서 P(A n B)를 소거하면: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P(A n B) = P(A|B)*P(B) = P(B|A)*P(A)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베이즈 정리 (핵심 공식)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E696"/>
                </a:solidFill>
                <a:latin typeface="Consolas"/>
              </a:defRPr>
            </a:pPr>
            <a:r>
              <a:t>P(A|B) = P(B|A) * P(A) / P(B)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3832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사후확률 = (우도 x 사전확률) / 증거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각 항의 의미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265176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사후확률 (Posterior)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P(A|B)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데이터 B를 관측한 후 A가 참일 확률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937760"/>
            <a:ext cx="265176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우도 (Likelihood)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P(B|A)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5715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A가 참일 때 데이터 B가 관측될 확률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937760"/>
            <a:ext cx="265176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사전확률 (Prior)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P(A)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715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데이터 관측 전 A가 참일 확률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937760"/>
            <a:ext cx="265176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5029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증거 (Evidence)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5349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P(B)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5715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데이터 B가 관측될 전체 확률 (정규화 상수)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베이즈 정리 - 의료진단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직관과 다른 결과: 99% 정확도 검사의 함정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상황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유병률 (Prevalence): P(D) = 0.001 (0.1%)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민감도 (Sensitivity): P(+|D) = 0.99 (99%)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특이도 (Specificity): P(-|~D) = 0.95 (95%)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Q: 양성 판정 시 실제 질병 확률은?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56692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베이즈 정리 적용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774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P(D|+) = P(+|D)*P(D) / P(+)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P(+) = P(+|D)*P(D) + P(+|~D)*P(~D)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= 0.99*0.001 + 0.05*0.999 = 0.05094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P(D|+) = 0.00099 / 0.05094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= 0.0194  (약 1.94%)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핵심 교훈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99% 정확도 검사로 양성이 나와도, 유병률이 낮으면 실제 질병 확률은 약 2%에 불과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사전확률(유병률)이 사후확률에 결정적 영향을 미친다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이것이 베이즈 정리가 직관과 다른 결과를 내는 대표적 사례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스크리닝 검사에서 '양성'이라고 해서 바로 확진이 아닌 이유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베이즈 정리 - 스팸 메일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"free"가 포함된 이메일이 스팸일 확률은?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학습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전체 메일: 1,000통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스팸: 400통 (40%), 'free' 포함 200통 (50%)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정상: 600통 (60%), 'free' 포함 60통 (10%)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'free' 포함 메일 합계: 260통 (26%)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5669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베이즈 정리 적용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P(spam|"free") = P("free"|spam)*P(spam) / P("free")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017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onsolas"/>
              </a:defRPr>
            </a:pPr>
            <a:r>
              <a:t>= 0.5 * 0.4 / 0.26 = 0.769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566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"free"가 포함된 이메일이 스팸일 확률: 약 76.9%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6424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나이브 베이즈 분류기의 핵심 아이디어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단어들의 출현 패턴을 기반으로 각 클래스의 사후 확률을 계산하고, 가장 높은 클래스로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P(spam) = 사전확률 (전체 메일 중 스팸 비율)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P("free"|spam) = 우도 (스팸에서 "free"가 등장할 확률)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분모 P(B)는 모든 클래스에 동일하므로 argmax 계산 시 무시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빈도주의 vs 베이지안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확률을 해석하는 두 가지 철학적 관점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빈도주의 (Frequentist)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확률 = 동일 실험의 무한 반복 시 상대적 빈도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파라미터: 고정된 미지의 상수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추론: MLE, 신뢰구간, p-값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'이 동전을 10,000번 던지면 앞면 약 5,000번'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추정식: theta_MLE = argmax P(D|theta)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객관적, 재현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사전 정보 활용 불가, 소량 데이터 불안정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베이지안 (Bayesian)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확률 = 불확실성에 대한 주관적 믿음의 정도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파라미터: 확률분포를 가지는 확률변수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추론: 베이즈 정리로 사전분포 -&gt; 사후분포 갱신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'이 동전이 공정할 확률이 80%라고 믿는다'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추정식: P(theta|D) = P(D|theta)*P(theta) / P(D)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사전 정보 반영, 소량 데이터에서 강건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사전분포 선택의 주관성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나이브 베이즈 분류기의 위치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이름 그대로 베이지안 접근에 기반하되, 실제 구현에서는 빈도 기반으로 파라미터를 추정하는 혼합적 접근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대량 데이터: 빈도주의와 베이지안 모두 수렴 | 소량 데이터: 사전분포가 보완 역할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나이브 가정 (Naive Assumption)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모든 특성이 클래스가 주어졌을 때 조건부 독립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조건부 독립 가정의 수학적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P(x1, x2, ..., xn | C) = P(x1|C) * P(x2|C) * ... * P(xn|C)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onsolas"/>
              </a:defRPr>
            </a:pPr>
            <a:r>
              <a:t>분류 규칙:  C_hat = argmax_C [ P(C) * PROD_i P(xi|C) ]      (분모 P(x)는 모든 클래스에 동일하므로 무시)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왜 현실에서 독립 가정은 깨지는가?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"machine" + "learning" -&gt; 함께 등장할 확률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"New" + "York" -&gt; 함께 등장할 확률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"free" + "win" + "prize" -&gt; 스팸에서 동시 등장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텍스트 데이터에서 단어들은 명백히 서로 독립이 아님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39496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그럼에도 잘 작동하는 3가지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분류 vs 확률 추정 구분 (Rish 2001): 상대적 순위만 정확하면 OK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의존성의 상쇄 효과: 양/음의 상관관계가 서로 상쇄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계산 효율성: 파라미터 수 O(n*k)로 과적합 위험 감소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76072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Zhang(2004)의 최적성 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의존성의 총량이 클래스 간에 동일하게 분포하면, 의존성이 아무리 강해도 나이브 베이즈는 베이즈 최적 분류기와 동일한 결과를 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나이브 베이즈 변형들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GaussianNB와 MultinomialNB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GaussianNB - 가우시안 나이브 베이즈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적용 대상: 연속형(continuous) 실수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분포 가정: 각 특성이 클래스가 주어졌을 때 정규분포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P(xi|C) = (1/sqrt(2*pi*sigma^2))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* exp(-(xi-mu)^2 / (2*sigma^2))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파라미터 추정: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mu = 클래스 C에서 특성 i의 표본 평균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sigma^2 = 클래스 C에서 특성 i의 표본 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 예: Iris 분류, 키/몸무게 기반 성별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코드: GaussianNB().fit(X_train, y_train)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MultinomialNB - 다항 나이브 베이즈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적용 대상: 카운트(count) 또는 빈도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분포 가정: 각 특성이 다항분포를 따름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P(xi|C) = (count(xi,C) + alpha)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/ (SUM count(xj,C) + alpha*|V|)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단어의 출현 빈도를 기반으로 확률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McCallum &amp; Nigam(1998): 텍스트 분류에서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BernoulliNB보다 우수함을 증명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 예: 스팸 필터링, 감성 분석, 문서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코드: MultinomialNB(alpha=1.0)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나이브 베이즈 변형들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BernoulliNB와 ComplementNB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BernoulliNB - 베르누이 나이브 베이즈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적용 대상: 이진(binary) 데이터 (0 또는 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분포 가정: 각 특성이 베르누이 분포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P(x|C) = PROD P(xi|C)^xi * (1-P(xi|C))^(1-xi)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단어의 존재 여부(있다/없다)만 고려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단어의 부재 정보도 명시적으로 활용 (vs MultinomialNB)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McCallum(1998): 어휘 작을 때 경쟁력, 클수록 열세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ComplementNB - 보완 나이브 베이즈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제안: Rennie et al. (2003), ICML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보완 클래스(complement class)의 데이터로 추정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c_hat = argmin_c SUM fi * log(theta_ci)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클래스 불균형 문제 완화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MultinomialNB 대비 약 5~8% 정확도 향상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SVM에 근접하는 성능 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변형 비교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종류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데이터 유형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분포 가정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5349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대표 사용 사례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23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6FF"/>
                </a:solidFill>
                <a:latin typeface="맑은 고딕"/>
              </a:defRPr>
            </a:pPr>
            <a:r>
              <a:t>GaussianNB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연속형 (실수)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623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정규분포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5623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수치형 특성 분류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맑은 고딕"/>
              </a:defRPr>
            </a:pPr>
            <a:r>
              <a:t>MultinomialNB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카운트 (정수)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897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다항분포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8978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텍스트 분류 (빈도)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72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BernoulliNB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6172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이진 (0/1)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6172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베르누이분포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61722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텍스트 분류 (존재)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46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6CFF"/>
                </a:solidFill>
                <a:latin typeface="맑은 고딕"/>
              </a:defRPr>
            </a:pPr>
            <a:r>
              <a:t>ComplementNB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6446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카운트/빈도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644651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보완 다항분포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644651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불균형 텍스트 분류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텍스트 분류 - Bag of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텍스트를 단어의 출현 빈도로 표현하는 벡터화 방법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Bag of Words (BoW)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텍스트를 단어의 출현 빈도로 표현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단어의 순서를 무시하고 빈도만 고려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CountVectorizer 동작: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전체 문서에서 어휘 사전(Vocabulary) 구축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각 문서를 문서-단어 행렬(DTM)로 변환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CountVectorizer 예시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문서1: "free money free" -&gt; [0, 2, 0, 1, 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문서2: "money transfer"  -&gt; [0, 0, 0, 1, 1]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문서3: "free gift card"  -&gt; [1, 1, 1, 0, 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어휘: [card, free, gift, money, transfer]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출력: 희소 행렬 (Sparse Matrix) 형태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코드 예시 &amp; 희소 행렬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from sklearn.feature_extraction.text import CountVectorizer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cv = CountVectorizer()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 = cv.fit_transform(corpus)    # 어휘 구축 + 변환 동시 수행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print(cv.vocabulary_)            # 단어-인덱스 매핑 딕셔너리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print(X.toarray())              # 희소 -&gt; 밀집 행렬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희소 행렬: 대부분의 값이 0인 행렬에서 0이 아닌 값의 위치와 값만 저장 -&gt; 메모리 효율적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TF-IDF (Term Frequency - Inverse Document Frequency)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단어의 중요도를 반영한 가중 벡터화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TF-IDF 핵심 수식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TF-IDF(t,d) = TF(t,d) x IDF(t)     |     TF = f(t,d) / SUM f(t',d)     |     IDF = log(N / |{d: t in d}|)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TF (Term Frequency)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특정 문서 d에서 단어 t가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등장한 빈도 (정규화)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높을수록 해당 문서에서 중요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383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474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IDF (Inverse Document Freq)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8404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단어 t가 전체 문서에서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얼마나 드물게 등장하는지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드물수록(IDF 높음) 중요한 단어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383280"/>
            <a:ext cx="356616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아이디어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840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자주 등장(TF높) + 드물게(IDF높)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=&gt; 중요한 단어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문서에 공통(IDF낮)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=&gt; 덜 중요한 단어 ('the','is')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CountVectorizer vs TfidfVectorizer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가중치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669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단순 빈도 (정수)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6692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TF-IDF 가중치 (실수)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253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흔한 단어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9253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높은 값 그대로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9253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IDF로 가중치 감소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81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희귀 단어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61813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낮은 값 그대로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61813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IDF로 가중치 증가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373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일반 성능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643737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기본적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64373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96"/>
                </a:solidFill>
                <a:latin typeface="맑은 고딕"/>
              </a:defRPr>
            </a:pPr>
            <a:r>
              <a:t>대부분의 경우 우수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스팸 필터링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SpamBayes에서 Metsis(2006) 벤치마크까지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역사: SpamBayes와 초기 베이지안 필터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2002년 Paul Graham 'A Plan for Spam' 에세이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나이브 베이즈로 스팸 99.5% 이상 정확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SpamBayes: Python 기반 오픈소스 프로젝트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사용자별 학습 가능, 3범주 분류 (스팸/정상/불확실)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비용 민감 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FP (정상-&gt;스팸): 중요 메일 손실 - 매우 심각!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FN (스팸-&gt;정상): 스팸이 받은편지함에 - 불편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WAcc = (lambda*TN + TP) / (lambda*(TN+FP) + (TP+FN))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lambda &gt; 1: FP의 상대적 비용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1106424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Metsis et al. (2006) 벤치마크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5가지 나이브 베이즈 변형을 6개 스팸 데이터셋(Ling-Spam, SpamAssassin, Enron 등)에서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MNB (단어 빈도 기반)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46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AUC: 0.961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389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MBNB (단어 존재/부재)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AUC: 0.943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3153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MNBB (빈도 이진화 + MNB) -- 최우수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431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Consolas"/>
              </a:defRPr>
            </a:pPr>
            <a:r>
              <a:t>AUC: 0.972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241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MNB + 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724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AUC: 0.965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016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Flexible Bayes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016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AUC: 0.938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핵심: 단어의 빈도보다 존재 여부가 중요하지만, BernoulliNB보다 MultinomialNB의 확률 모델이 더 적합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라플라스 스무딩 (Laplace Smoothing)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제로 확률 문제의 해결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제로 확률 문제 (Zero Probability)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데이터에서 "scholarship"이 한번도 등장 안함: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P("scholarship"|spam) =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나이브 베이즈는 확률을 곱셈으로 결합하므로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하나라도 0이면 전체 결과가 0!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다른 모든 단어가 스팸을 가리켜도 결과 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라플라스 스무딩 수식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P(xi|C) = (count(xi,C) + alpha)</a:t>
            </a:r>
            <a:br/>
            <a:r>
              <a:t>         / (count(C) + alpha * |V|)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count(xi,C): 클래스 C에서 단어 xi의 출현 횟수</a:t>
            </a:r>
          </a:p>
          <a:p>
            <a:pPr>
              <a:spcAft>
                <a:spcPts val="6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alpha: 스무딩 파라미터, |V|: 어휘 크기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alpha 값에 따른 스무딩 종류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347472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alpha = 1  (라플라스 스무딩)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표준 (기본값)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617720"/>
            <a:ext cx="347472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0 &lt; alpha &lt; 1  (리드스톤 스무딩)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약한 스무딩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617720"/>
            <a:ext cx="347472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alpha &gt; 1  (강한 스무딩)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937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분포를 더 균일하게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252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sklearn 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MultinomialNB(alpha=1.0)  # 라플라스    |    MultinomialNB(alpha=0.5)  # 리드스톤    |    MultinomialNB(alpha=0.01)  # 약한 스무딩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로그 확률 트릭 (Log Probability Trick)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수치적 안정성을 위한 핵심 기법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언더플로(Underflow)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많은 확률값(0~1 사이)을 곱하면: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P(C) * P(x1|C) * P(x2|C) * 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0.001 * 0.01 * 0.005 * ... -&gt;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컴퓨터가 표현할 수 있는 최소값보다 작아짐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결과가 0으로 수렴하여 비교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해결: 곱셈 -&gt; 로그 공간에서 덧셈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log P(C|x) ~ log P(C) + SUM log P(xi|C)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onsolas"/>
              </a:defRPr>
            </a:pPr>
            <a:r>
              <a:t>C_hat = argmax [log P(C) + SUM log P(xi|C)]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argmax는 로그 변환에 의해 보존 (단조증가함수)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0624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로그 확률 트릭의 3가지 장점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수치적 안정성 확보: 언더플로 방지. log(0.001) = -6.9, log(0.01) = -4.6 -&gt; 합산으로 처리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계산 효율 향상: 곱셈(느림) -&gt; 덧셈(빠름)으로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argmax 보존: log는 단조증가함수이므로 최대값의 위치가 동일하게 유지됨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구현 시 추가 팁: log-sum-exp trick으로 정규화된 확률도 안정적으로 계산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max_log = max(log_posteriors);  posteriors = exp(log_posteriors - max_log);  posteriors /= sum(posteriors)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생성 모델 vs 판별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나이브 베이즈와 로지스틱 회귀의 관계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생성 모델 (Generative) - 나이브 베이즈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모델링: P(X,Y) = P(X|Y) * P(Y)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클래스별 데이터 분포를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특성의 분포를 가정 (가우시안, 다항 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소량 데이터에서 강건, 수렴이 빠름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분포 가정이 맞지 않으면 성능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판별 모델 (Discriminative) - 로지스틱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모델링: P(Y|X)를 직접 모델링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경계를 직접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분포 가정 불필요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대량 데이터에서 점근적으로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단점: 소량 데이터에서 과적합 위험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수학적 연결 - Ng &amp; Jordan(2001)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NB 로그 오즈: log P(Y=1|x)/P(Y=0|x) = log P(Y=1)/P(Y=0) + SUM log P(xi|Y=1)/P(xi|Y=0)  =  w^T x + b  (로지스틱 회귀와 동일 형태)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실용적 선택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학습 데이터 적음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-&gt; 나이브 베이즈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학습 데이터 충분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63093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-&gt; 로지스틱 회귀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특성 독립성 높음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63093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-&gt; 나이브 베이즈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특성 상관관계 강함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63093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-&gt; 로지스틱 회귀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60807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속도 중요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63093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-&gt; 나이브 베이즈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Rish(2001)와 McCallum &amp; Nigam(1998)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Rish (2001) - IJCAI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"An Empirical Study of the Naive Bayes Classifier"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기여: 조건부 독립 위반 시에도 NB가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잘 작동하는 이유를 경험적으로 분석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주요 발견: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의존성의 방향이 중요 - 양/음 상관관계 상쇄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균일한 의존성은 해롭지 않음 - 순위 보존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분류 vs 확률 추정 구분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-&gt; 확률이 부정확해도 순위가 맞으면 OK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한계: 소규모 합성 데이터 위주, 연속형 분석 부족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McCallum &amp; Nigam (1998) - AAAI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"A Comparison of Event Models for NB Text Classification"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기여: 두 가지 이벤트 모델을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MultinomialNB vs BernoulliNB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20 Newsgroups 실험 결과: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어휘 100:    Bernoulli 0.68 vs Multi 0.65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어휘 1,000:  Bernoulli 0.78 vs Multi 0.82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어휘 10,000: Bernoulli 0.81 vs Multi 0.87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전체:        Bernoulli 0.82 vs Multi 0.89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결론: 어휘 클수록 MultinomialNB가 일관되게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sklearn의 별도 클래스 제공 근거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Rennie et al.(2003)와 Zhang(2004)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68580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Rennie et al. (2003) - ICML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"Tackling the Poor Assumptions of Naive Bayes Text Classifiers"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5가지 잘못된 가정 식별 및 해결: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조건부 독립       -&gt; CNB(Complement NB)로 완화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균일한 특성 중요도 -&gt; TF-IDF 가중치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클래스 불균형     -&gt; 보완 클래스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4. 문서 길이 영향    -&gt; L2 정규화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5. 버스티니스       -&gt; 로그 TF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20 Newsgroups 실험 결과: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MultinomialNB(기본): 0.774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CNB:                0.819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WCNB(전체 개선):     0.847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SVM(선형):          0.864  -- SVM에 근접!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920240"/>
            <a:ext cx="384048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Zhang (2004) - FLAIRS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3774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"The Optimality of Naive Bayes"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정리: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분류에서 의존성 총량이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클래스 간에 동일하게 분포하면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NB는 베이즈 최적 분류기와 동일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206240"/>
            <a:ext cx="38404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4297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Metsis et al. (2006) - CEAS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4663440"/>
            <a:ext cx="3474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"Spam Filtering with NB"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"Which Naive Bayes?"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6개 스팸 데이터셋에서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5가지 NB 변형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MNBB(MNB+Boolean)가 최우수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AUC: 0.972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GaussianNB 스크래치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밑바닥부터 구현하고 sklearn과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구현 핵심: GaussianNBScratch 클래스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fit(): 클래스별 사전확률, 평균, 분산 추정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P(C) = N_c / 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mu = 표본 평균, sigma^2 = 표본 분산 + 1e-9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_gaussian_log_likelihood():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log P(x|mu,sigma^2) = -0.5*log(2pi*var)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          - (x-mu)^2/(2*var)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예측 및 확률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_compute_log_posterior():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log P(c|x) ~ log P(c) + SUM log P(xi|c)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predict(): argmax로 클래스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predict_proba(): log-sum-exp trick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max_log = max(log_posteriors)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posteriors = exp(log_post - max_log) / sum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8056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실험 결과: Iris &amp; Wine 데이터셋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Iris (3클래스, 4특성): 직접 구현과 sklearn의 정확도 및 예측 결과가 동일하게 일치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Wine (3클래스, 13특성): 대규모 특성에서도 동일한 결과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포인트: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분산에 epsilon(1e-9)을 더해 수치 안정성 확보 (0으로 나누기 방지)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로그 공간에서 계산하여 언더플로 방지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log-sum-exp trick으로 정규화된 확률을 안정적으로 계산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텍스트 분류 &amp; 스팸 필터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MultinomialNB vs BernoulliNB vs ComplementNB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실습 2: 텍스트 분류 비교 (20 Newsgroups)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3가지 NB 변형 x 2가지 벡터화기 = 6가지 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 하이퍼파라미터 튜닝 (0.001 ~ 10.0)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어휘 크기별 성능 비교 (100 ~ 전체)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결론: ComplementNB + TfidfVectorizer가 최우수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어휘 클수록 MultinomialNB 이점 증가 (McCallum 재현)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실습 3: 스팸 필터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TF-IDF + 나이브 베이즈 완전한 스팸 필터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전처리: 금액-&gt;MONEY, 퍼센트-&gt;PERCENT 토큰화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sublinear_tf=True (Rennie 2003 권장)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ngram_range=(1,2) 바이그램 포함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중요도: log P(w|spam) - log P(w|ham)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스팸 지표: free, win, prize, claim, 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전체 텍스트 분류 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[텍스트 데이터] -&gt; [전처리: 특수기호 제거 -&gt; 소문자 변환 -&gt; 불용어 제거]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[벡터화: CountVectorizer 또는 TfidfVectorizer]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[모델링: MultinomialNB / ComplementNB (alpha 튜닝)]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[평가: 정확도, 정밀도, 재현율, F1, 혼동행렬]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전처리 함수: remove_punc() -&gt; string.punctuation으로 특수기호 제거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stop_words() -&gt; NLTK stopwords로 불용어 제거 &amp; 소문자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벡터화 출력: 희소 행렬 (Sparse Matrix) - 0이 아닌 값만 저장하여 메모리 효율적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나이브 베이즈 응용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감정분석, 문서분류, 의료진단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감정분석 (Sentiment Analysis)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텍스트에서 감정/태도/의견 파악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종류: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이진: 긍정/부정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다중: 긍정/중립/부정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점수: -1.0 ~ +1.0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활용: 마케팅, 금융(주가예측),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고객서비스, 정치(여론분석)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NB 장점: 감성 키워드 빈도 기반,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빠른 처리, 적은 데이터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문서 분류 (Document Classification)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문서를 카테고리에 자동 할당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분야: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뉴스: 정치/경제/스포츠/문화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이메일: 업무/개인/프로모션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고객문의: 배송/반품/결제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법률: 계약서/소송/특허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NB 적합 이유: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고차원 효율적 처리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실시간 대량 분류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다중 클래스 자연 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의료진단 (Medical Diagnosis)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증상 기반 질병 진단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P(D|x1,...,xn) ~ P(D) PROD P(xi|D)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소규모 의료 데이터에 강건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각 증상의 기여도를 확률 해석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의료진에게 설명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여러 질병 후보를 확률 순 제시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사례: 유방암 진단, 심장병 예측,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당뇨병 분류 등에서 SVM/신경망과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비슷한 성능 + 해석 용이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7 Key 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베이즈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659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P(A|B) = P(B|A)*P(A)/P(B)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나이브 가정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9659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모든 특성이 클래스에 대해 조건부 독립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GaussianNB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97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연속형 데이터, 정규분포 가정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65176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697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MultinomialNB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97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텍스트 분류에 최적, 단어 빈도 기반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BernoulliNB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429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단어 존재/부재 기반, 소규모 어휘 경쟁력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38328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ComplementNB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429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Rennie(2003), 보완 클래스, SVM에 근접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라플라스 스무딩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605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제로 확률 문제 해결, alpha 파라미터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11480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160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로그 확률 트릭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1605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언더플로 방지, 곱셈을 덧셈으로 변환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4632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CountVectorizer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텍스트를 단어 출현 빈도 벡터로 변환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84632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TF-IDF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892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단어 중요도를 반영한 가중 벡터화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7784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623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생성 모델 (NB)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623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P(X|Y)*P(Y)를 모델링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5577840"/>
            <a:ext cx="539496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5623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판별 모델 (LR)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623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P(Y|X)를 직접 모델링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수식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7 Key Formulas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베이즈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P(A|B) = P(B|A) * P(A) / P(B)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나이브 베이즈 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C_hat = argmax_C [ P(C) * PROD P(xi|C)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가우시안 우도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54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P(xi|C) = (1/sqrt(2pi*var)) * exp(-(xi-mu)^2 / (2*var))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346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다항 우도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154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P(xi|C) = (count(xi,C) + alpha) / (count(C) + alpha*|V|)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6CFF"/>
                </a:solidFill>
                <a:latin typeface="맑은 고딕"/>
              </a:defRPr>
            </a:pPr>
            <a:r>
              <a:t>TF-IDF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TF-IDF(t,d) = TF(t,d) * IDF(t) = TF * log(N/df)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490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794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로그 확률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C_hat = argmax [ log P(C) + SUM log P(xi|C) 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634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로그 오즈 (NB=LR)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log P(Y=1|x)/P(Y=0|x) = w^T x +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6634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09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정밀도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Precision = TP / (TP + FP)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778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623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재현율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97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Recall = TP / (TP + FN)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55778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623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F1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897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F1 = 2 * Precision * Recall / (Precision + Recall)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알고리즘 선택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상황별 최적 알고리즘 추천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텍스트 분류 (빈도 기반)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-&gt; MultinomialNB + CountVectorizer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70048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텍스트 분류 (가중 빈도)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761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-&gt; MultinomialNB + TfidfVectorizer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28416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텍스트 분류 (존재 유무)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19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-&gt; BernoulliNB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86784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782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불균형 텍스트 분류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0782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-&gt; ComplementNB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45152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36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수치형 특성 분류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365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-&gt; GaussianNB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19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949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대규모 데이터 빠른 분류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3949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-&gt; 나이브 베이즈 전 종류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61888"/>
            <a:ext cx="1051560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0533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특성 간 상관관계 강함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6053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-&gt; 로지스틱 회귀 또는 SVM 권장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607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맑은 고딕"/>
              </a:defRPr>
            </a:pPr>
            <a:r>
              <a:t>Tip: Alpha 스무딩 파라미터는 0.1~1.0 범위에서 최적인 경우가 많음. 교차 검증으로 튜닝 권장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Review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Q1. 베이즈 정리의 각 항(사전확률, 우도, 사후확률, 증거)을</a:t>
            </a:r>
            <a:br/>
            <a:r>
              <a:t>     의료진단 사례를 들어 설명하시오.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Q2. 나이브 베이즈에서 '나이브'의 의미와 이 가정이 위반되어도</a:t>
            </a:r>
            <a:br/>
            <a:r>
              <a:t>     잘 작동하는 이유를 Zhang(2004) 결과를 인용하여 설명하시오.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Q3. 라플라스 스무딩이 필요한 이유와 수식을 설명하고,</a:t>
            </a:r>
            <a:br/>
            <a:r>
              <a:t>     alpha=1과 alpha=0.1의 차이를 논하시오.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Q4. GaussianNB, MultinomialNB, BernoulliNB, ComplementNB의</a:t>
            </a:r>
            <a:br/>
            <a:r>
              <a:t>     차이점과 각각의 적합한 데이터 유형을 비교하시오.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Q5. CountVectorizer와 TfidfVectorizer의 차이점을 수식과 함께</a:t>
            </a:r>
            <a:br/>
            <a:r>
              <a:t>     설명하고, TF-IDF가 더 우수한 상황을 논하시오.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Review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Q6. Rennie et al.(2003)이 식별한 나이브 베이즈의 5가지</a:t>
            </a:r>
            <a:br/>
            <a:r>
              <a:t>     잘못된 가정을 나열하고, 각각의 해결 방안을 설명하시오.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Q7. 스팸 필터링에서 FP와 FN 중 더 심각한 문제는 무엇인지</a:t>
            </a:r>
            <a:br/>
            <a:r>
              <a:t>     논하고, 혼동행렬의 TP/TN/FP/FN을 스팸 맥락에서 설명하시오.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Q8. 나이브 베이즈(생성 모델)와 로지스틱 회귀(판별 모델)의</a:t>
            </a:r>
            <a:br/>
            <a:r>
              <a:t>     차이, 소량 vs 대량 데이터에서의 성능 특성을 비교하시오.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Q9. 로그 확률 트릭이 필요한 이유를 수치 예제로 설명하고,</a:t>
            </a:r>
            <a:br/>
            <a:r>
              <a:t>     argmax가 로그 변환 후에도 보존되는 이유를 서술하시오.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Q10. McCallum(1998)에서 어휘 커질수록 MultinomialNB가 우수한</a:t>
            </a:r>
            <a:br/>
            <a:r>
              <a:t>      이유와 Metsis(2006)의 MNBB 최우수 발견 이유를 논하시오.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011680"/>
            <a:ext cx="48463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맑은 고딕"/>
              </a:defRPr>
            </a:pPr>
            <a:r>
              <a:t>7장: 나이브 베이즈 (Naive Bayes)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840480"/>
            <a:ext cx="48463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다음 장: 8장 - 의사결정 나무 (Decision Tree)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핵심: 베이즈 정리 + 조건부 독립 가정 = 단순하지만 강력한 분류기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텍스트 분류의 기본 도구: CountVectorizer -&gt; TF-IDF -&gt; MultinomialNB/ComplementNB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