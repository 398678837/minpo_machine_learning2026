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머신러닝을 위한 파이썬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Python for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파이썬 언어의 역사, 기초 문법, 자료구조, 함수/클래스 설계, 성능 최적화, 개발환경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2 전체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Part I: 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2.1  왜 Python인가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2.2  기초 문법 (변수, 연산자, 제어문)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2.3  자료구조 심화 (list, tuple, dict, set)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2.4  함수와 클래스 (sklearn 패턴)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2.5  성능 최적화 (프로파일링, 벡터화, GIL)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2.6  개발환경 (conda, Jupyter, 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Part II: 실습 &amp; 논문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2.7   논문 리뷰 (5편)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2.8   실습: Python 프로파일링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2.9   실습: 자료구조 벤치마크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2.10  실습: 함수형 프로그래밍 ML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2.11  End-to-end ML 파이프라인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2.12  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이 장을 마치면 할 수 있는 것들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1. 파이썬이 ML 표준 언어가 된 역사적 배경을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2. 변수, 자료형, 연산자, 제어문 등 기초 문법을 활용할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3. list, tuple, dict, set의 시간 복잡도를 비교하고 적절히 선택할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4. 함수, 클래스, sklearn의 fit/predict/transform 패턴을 구현할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 NumPy 벡터화, 프로파일링, GIL 우회 등 성능 최적화 기법을 적용할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6. conda/venv 가상환경, Jupyter Notebook 환경을 구축할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7. 순수 파이썬만으로 End-to-end ML 파이프라인을 구현할 수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왜 Python인가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ML 표준 언어의 역사와 이유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ML 표준 언어가 된 역사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1991년부터 현재까지의 이정표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이정표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의의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1991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Python 0.9 공개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van Rossum의 'batteries included' 철학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SciPy 프로젝트 시작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7432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과학 컴퓨팅 생태계의 씨앗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NumPy 1.0 (Oliphant)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32004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고성능 ndarray - ML의 핵심 인프라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6576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IPython 발표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인터랙티브 과학 컴퓨팅 환경 확립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scikit-learn 0.1 공개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1148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일관된 fit/predict/transform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5720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Jupyter Notebook 분리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언어 독립적 리터릿 컴퓨팅 플랫폼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0292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TensorFlow 공개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50292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딥러닝 프레임워크 시대 개막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4864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5486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PyTorch 공개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동적 계산 그래프, 연구 친화적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9436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0" y="5943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Raschka et al. 서베이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59436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파이썬 ML 생태계 전체 조망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파이썬이 ML 표준이 된 3가지 이유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1. 접착 언어 (Glue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C/Fortran 고성능 라이브러리를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파이썬 인터페이스로 감싸서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BLAS, LAPACK, cuDNN 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개발 생산성 + 실행 성능 동시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2. 풍부한 생태계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NumPy, Pandas, scikit-learn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TensorFlow, PyTorch, 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 파이프라인의 모든 단계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수집 → 전처리 → 모델링 → 배포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3. 낮은 진입 장벽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동적 타이핑, 간결한 문법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들여쓰기 기반 블록 구조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비전공자도 빠르게 학습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TIOBE 인덱스 1위 (2024~)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Python vs R vs Julia vs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각 언어의 강점과 ML 적합성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Julia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23774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MATLAB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주력 분야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범용+ML/DL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통계 분석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고성능 수치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4688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공학 시뮬레이션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성능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중간(NumPy보완)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느림(Rcpp보완)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빠름(C수준)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29260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DL 프레임워크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TF, PyTorch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Flux.jl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3832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커뮤니티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매우 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통계 중심 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성장 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38404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학교/기업 중심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라이선스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오픈소스(무료)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오픈소스(무료)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오픈소스(무료)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42976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상용(유료)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산업 채택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매우 높음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768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47548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핵심: ML 전체 파이프라인을 하나의 언어로 커버하는 생태계의 폭에서 파이썬을 능가하는 언어는 없다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파이썬 설계 철학: The Zen of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import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import this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Beautiful is better than ugly.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  → 가독성 최우선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Explicit is better than implicit.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  → 명시적 코드 선호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Simple is better than complex.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  → 단순한 해법 추구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There should be one obvious way to do it.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  → 일관된 API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011680"/>
            <a:ext cx="40233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scikit-learn에 반영된 철학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fit() →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predict() →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transform() →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일관된 API = 'one obvious way'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모델이 동일 패턴 따름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기초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변수, 자료형, 연산자, 제어문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변수와 동적 타이핑 (Dynamic Typing)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자료형 선언 없이 값에 따라 자동 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변수 할당 - 자료형 선언 불필요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x = 42          # int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y = 3.14        # float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name = 'ML'     # str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is_valid = True  # bool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동적 타이핑: 같은 변수에 다른 타입 재할당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x = '이제 문자열'  # int → str로 변경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print(type(x))     # &lt;class 'str'&gt;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ML 변수 명명 관례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 = 특성 행렬 (대문자), y = 타겟 벡터 (소문자)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X_train / X_test = 분할된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n_samples, n_features = 데이터 차원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주의: 정적 vs 동적 타이핑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정적(C, Java): 컴파일 시 타입 오류 발견 → 안전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동적(Python): 런타임 시 타입 오류 발견 → 유연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자료형과 산술 연산자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4가지 기본 자료형 + 7가지 연산자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자료형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표기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ML 맥락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정수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860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860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286000"/>
            <a:ext cx="4572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클래스 레이블, 인덱스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실수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6974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float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6974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3.14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697480"/>
            <a:ext cx="4572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특성값, 가중치, 손실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문자열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1089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31089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'hello'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3108960"/>
            <a:ext cx="4572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3108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범주형 특성, 텍스트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204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20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논리형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5204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3520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bool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True/False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3520440"/>
            <a:ext cx="4572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마스크, 조건 필터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연산자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402336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02336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402336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결과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805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44805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덧셈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48056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+ 2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448056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8006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48006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뺄셈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3 - 2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480060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206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51206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288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곱셈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512064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* 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0" y="512064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/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544068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나눗셈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544068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/ 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0" y="544068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3.5 (항상 float)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76072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//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576072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28800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몫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576072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// 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576072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608076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608076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나머지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0" y="608076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7 % 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0" y="608076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29200" y="6080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**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640080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88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거듭제곱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0" y="640080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** 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0" y="640080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0" y="6400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float 정밀도가 ML에 미치는 영향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IEEE 754 부동소수점의 한계와 대처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IEEE 754 부동소수점의 한계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print(0.1 + 0.2)         # 0.30000000000000004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print(0.1 + 0.2 == 0.3)  # False !!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올바른 비교 방법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import math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print(math.isclose(0.1 + 0.2, 0.3))  #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ML에서 정밀도가 중요한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float32 정밀도 ≈ 10⁻⁷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float64 정밀도 ≈ 10⁻¹⁶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경사하강법: η=10⁻⁶일 때 float32에서 기울기 소실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손실함수: log(p)에서 p→0이면 -∞ 발산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np.clip(p, 1e-15, 1)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혼합 정밀도: float16 + float32로 GPU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수식: float32 정밀도 ≈ 10⁻⁷,  float64 정밀도 ≈ 10⁻¹⁶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조건문과 반복문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if-elif-else, for, while, enumerate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조건문: if-elif-else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score = 85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if score &gt;= 90: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'A'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elif score &gt;= 80: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'B'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'C'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for 반복문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print(i, end=' ')  # 0 1 2 3 4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enumerate: 인덱스 + 값 동시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fruits = ['사과', '바나나', '체리']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idx, fruit in enumerate(fruits):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print(f'{idx}: {fruit}')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f-string: ML에서 자주 쓰는 출력 패턴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epoch, loss, acc = 10, 0.0342, 0.9821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print(f'Epoch {epoch:3d} | Loss: {loss:.4f}'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f' | Acc: {acc:.4f}')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Epoch  10 | Loss: 0.0342 | Acc: 0.9821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f-string 포매팅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:3d = 정수 3자리, :.4f = 소수점 4자리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:.2% = 퍼센트 표시 (0.95 → 95.00%)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리스트 컴프리헨션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for문을 한 줄로 축약하는 파이썬 고유 문법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3657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기본: [표현식 for 변수 in iterable]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squares = [x ** 2 for x in range(1, 6)]       # [1, 4, 9, 16, 25]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조건 포함: [표현식 for 변수 in iterable if 조건]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evens = [x for x in range(1, 21) if x % 2 == 0]  # [2, 4, ..., 20]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if-else 포함: [표현식1 if 조건 else 표현식2 for 변수 in iterable]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labels = [1 if x &gt; 0 else 0 for x in [-1, 3, -2, 5, 0]]  # [0, 1, 0, 1, 0]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ML 활용 예시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데이터 전처리: 결측값 제거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cleaned = [x for x in raw_data if x is not None]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레이블 인코딩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encoded = [1 if label == 'positive' else 0 for label in labels]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ML 핵심 활용: 데이터 전처리, 특성 추출, 레이블 인코딩에서 매우 자주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자료구조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list, tuple, dict, set의 특성과 시간 복잡도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4가지 기본 자료구조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특성과 용도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자료구조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변경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순서 보장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중복 허용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해시 기반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리스트 (list)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28600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튜플 (tuple)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78892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27889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 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 (immutable)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딕셔너리 (dict)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29184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3291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(3.7+)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키 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세트 (set)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379476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3794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 (mutable)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핵심: dict와 set은 해시 테이블 기반이므로 탐색이 O(1). 대용량 데이터에서 list의 O(n) 대비 압도적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시간 복잡도 비교 (Big-O)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연산별 성능 특성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tuple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인덱스 접근 [i]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탐색 (in)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끝 삽입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앞 삽입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8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끝 삭제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8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앞 삭제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8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8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*O(1) 분할상환(amortized): 리스트 용량 초과 시 내부적으로 배열을 2배 확장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리스트 (list)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가변, 순서 보장, 인덱싱/슬라이싱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생성과 인덱싱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 = [1, 2, 3, 4, 5, 6, 7, 8, 9, 10]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print(data[0])     # 1 (첫 번째)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print(data[-1])    # 10 (마지막)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슬라이싱: [시작:끝:간격]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print(data[2:5])   # [3, 4, 5]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print(data[::2])   # [1, 3, 5, 7, 9]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print(data[::-1])  # [10, 9, ..., 1] 역순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주요 메서드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data.append(100)       # 끝에 추가 O(1)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data.insert(0, 99)     # 앞에 삽입 O(n)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data.remove(100)       # 값으로 삭제 O(n)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removed = data.pop()   # 끝에서 제거 O(1)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슬라이싱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[시작:끝] → 끝 인덱스 미포함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[::간격] → 간격만큼 건너뛰기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[::-1] → 역순 (전체 뒤집기)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ML에서 자주 사용: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X_train = data[:split]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X_test = data[split:]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성능 주의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append → O(1), insert(0) →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앞 삽입이 잦으면 collections.deque 사용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딕셔너리 (dict) &amp; 세트 (set)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해시 테이블 기반 O(1) 탐색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딕셔너리: {키: 값}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params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'n_estimators': 100,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'max_depth': 5,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'learning_rate': 0.1,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model = XGBClassifier(**params)  # 언패킹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세트: 중복 자동 제거, 집합 연산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train_feats = {'age', 'income', 'score'}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test_feats = {'age', 'income', 'name'}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missing = train_feats - test_feats  # {'score'}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ML에서의 자료구조 활용 가이드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특성값 저장 (순서 중요) → list / tuple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하이퍼파라미터 관리 → dict (**kwargs 전달)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범주 레이블 매핑 → dict (문자열→정수 인코딩)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고유 카테고리 추출 → set (중복 제거, O(1) 탐색)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모델 설정 (불변) → tuple (실수 변경 방지)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빠른 멤버십 검사 → set / dict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함수와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def, lambda, 클래스, sklearn 패턴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함수 정의와 고급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기본값, *args, **kwargs, 다중 반환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기본값 매개변수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train(data, epochs=10, lr=0.01):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print(f'학습: {epochs} 에폭, 학습률={lr}')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train(data)              # 기본값 사용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train(data, epochs=50)   # 에폭만 변경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*args: 가변 위치 인자 (튜플)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add_all(*args):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sum(args)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**kwargs: 가변 키워드 인자 (딕셔너리)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create_model(**kwargs):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key, val in kwargs.items():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print(f'  {key} = {val}')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여러 값 반환 (튜플)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calc_stats(numbers):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total = sum(numbers)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avg = total / len(numbers)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return total, avg, min(numbers)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total, avg, min_v = calc_stats([85,90,78])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ML에서 **kwargs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params = {'n_estimators':100, 'max_depth':5}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RandomForestClassifier(**params)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lambda 함수와 고차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sorted, map, filter에서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lambda: 익명 함수 (한 줄 함수)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 = lambda x: x ** 2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print(square(5))  # 25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sorted() + lambda: 특성 중요도 정렬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feature_importance = [('age', 0.35), ('income', 0.52), ('score', 0.13)]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sorted_features = sorted(feature_importance, key=lambda x: x[1], reverse=True)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[('income', 0.52), ('age', 0.35), ('score', 0.13)]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map(): 데이터 변환  |  filter(): 데이터 필터링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data = [1, -2, 3, -4, 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positives = list(filter(lambda x: x &gt; 0, data))   # [1, 3, 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squared = list(map(lambda x: x ** 2, data))        # [1, 4, 9, 16, 25]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sklearn의 fit/predict/transform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Estimator API - 모든 모델의 일관된 인터페이스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SimpleScaler: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__init__(self, feature_range=(0, 1)):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self.feature_range = feature_range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self.min_ = None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self.max_ = None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X):  # 학습 데이터에서 통계량 학습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self.min_ = min(X)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self.max_ = max(X)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transform(self, X):  # 학습된 통계량으로 변환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range_ = self.max_ - self.min_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lo, hi = self.feature_range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[(x-self.min_)/range_*(hi-lo)+lo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for x in X]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메서드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201168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호출 시점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fit(X)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 데이터에서 파라미터 학습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246888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2468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 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predict(X)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학습된 모델로 예측 수행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297180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2971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추론 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transform(X)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학습된 파라미터로 데이터 변환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347472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3474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학습/추론 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fit_transform(X)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fit + transform 한 번에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0" y="397764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3977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 시 (편의)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중요: fit()은 반드시 학습 데이터에서만!</a:t>
            </a:r>
            <a:br/>
            <a:r>
              <a:t>테스트 데이터에 fit() 호출 = 데이터 누출(data leakage)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클래스 상속과 다형성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BaseModel → 구체적 모델 구현 패턴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기본 모델 클래스 (추상 기반)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BaseModel: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predict(self, X):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score(self,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preds = self.predict(X)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correct = sum(1 for p,t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in zip(preds,y) if p==t)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correct / len(y)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구체적 모델 구현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MajorityClassifier(BaseModel):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from collections import Counter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self.majority_ = Counter(y)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.most_common(1)[0][0]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다형성 (Polymorphism)의 장점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동일한 인터페이스로 다른 모델 사용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MajorityClassifier()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model.fit(None, [0,0,1,0,1,0])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model.predict([1,2,3])  # [0, 0, 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model.score(None, [0,0,1])  # 0.667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sklearn의 모든 모델이 이 패턴: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LogisticRegression, SVC, RandomForest...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모두 fit() → predict() → score() 지원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프로파일링, 벡터화, GIL, 메모리 관리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프로파일링: 병목 지점 찾기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측정하지 않으면 최적화하지 마라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time, cProfile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방법 1: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start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 = sum(x**2 for x in range(1_000_000))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elapsed = time.perf_counter() - start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print(f'실행 시간: {elapsed:.4f}초')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방법 2: cProfile (함수별 상세)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my_function():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data = [x**2 for x in range(100_000)]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sorted(data, reverse=True)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cProfile.run('my_function()')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방법 3: Jupyter %timeit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%timeit sum(range(1000))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프로파일링 3단계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1단계: time.perf_counter()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간단한 구간 측정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가장 빠르게 병목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2단계: cProfile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함수별 호출 횟수, 누적 시간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어떤 함수가 느린지 정밀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3단계: line_profiler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줄 단위 실행 시간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→ 정확한 병목 지점 특정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벡터화: NumPy의 위력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순수 파이썬 루프 대비 수십~수백 배 빠름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 = 1_000_000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data_list = list(range(n))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data_array = np.arange(n)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순수 파이썬 루프: ~0.15초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result_loop = [x ** 2 for x in data_list]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NumPy 벡터화: ~0.002초 (약 75배 빠름!)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result_numpy = data_array **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벡터화가 빠른 3가지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C 수준 내부 루프: 인터프리터 오버헤드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연속 메모리 접근: CPU 캐시 효율 극대화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SIMD 명령어: 하드웨어 수준 병렬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속도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loop     ~150ms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list comp.   ~100ms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map()        ~120ms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        ~2ms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NumPy는 for 루프 대비 ~75x 빠름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교훈: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수치 연산에는 반드시 NumPy 사용!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순수 파이썬에서는 컴프리헨션이 최적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GIL (Global Interpreter Lock)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CPython의 전역 잠금과 ML에서의 대처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GIL이란?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CPython의 전역 잠금 메커니즘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번에 하나의 스레드만 파이썬 바이트코드 실행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CPU 바운드: 멀티스레딩으로 성능 향상 불가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I/O 바운드: 멀티스레딩 효과 있음 (GIL 해제)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45720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도구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5720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적용 상황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멀티프로세싱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multiprocessing, joblib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02920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CPU 병렬 학습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NumPy 내부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486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BLAS/MKL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48640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행렬 연산 자동 병렬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436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외부 라이브러리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943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TensorFlow, PyTorch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94360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GPU 연산 (GIL 무관)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008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비동기 I/O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64008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6400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asyncio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640080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6400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데이터 로딩 파이프라인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scikit-learn의 n_jobs 파라미터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내부적으로 멀티프로세싱 사용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sklearn.ensemble import RandomForestClassifier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 = RandomForestClassifier(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n_estimators=100, n_jobs=-1  # 모든 코어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메모리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자료구조별 메모리와 제너레이터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sys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자료구조별 메모리 사용량 (10,000개)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list_mem  = sys.getsizeof(list(range(10000)))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tuple_mem = sys.getsizeof(tuple(range(10000)))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dict_mem  = sys.getsizeof({i:i for i in range(10000)})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제너레이터: 메모리 효율적 대안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gen = (x ** 2 for x in range(1_000_000))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print(sys.getsizeof(gen))  # ~200 bytes!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리스트는 ~8MB, 제너레이터는 ~200B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760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ML 메모리 관리 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list: ~87 KB (10K) → 튜플보다 약간 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tuple: ~80 KB → immutable, 메모리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dict: ~300+ KB → 해시 테이블 오버헤드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set: ~500+ KB → 해시 테이블 오버헤드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대용량 데이터 처리 전략: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제너레이터 배치 로딩 (yield)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np.memmap (디스크 매핑 배열)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pd.read_csv(chunksize=1000)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4. float64 → float32 다운캐스팅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개발환경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가상환경, Jupyter, IDE, 디버깅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가상환경: conda vs venv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프로젝트별 독립 환경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venv (Python 내장)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python -m venv ml_env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source ml_env/bin/activate     # Linux/Mac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ml_env\Scripts\activate      # Windows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pip install numpy pandas scikit-learn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conda (Anaconda/Miniconda)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create -n ml_env python=3.11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activate ml_env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install numpy pandas scikit-learn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venv + pip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conda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패키지 소스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Anaconda + PyPI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바이너리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우수 (C 의존성 자동)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8328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GPU 설정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수동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간편 (cudatoolkit)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4048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추천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가벼운 프로젝트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ML/DL 프로젝트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Jupyter Notebook vs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탐색적 분석 vs 프로덕션 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Jupyter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강점: 셀 단위 실행, 인라인 시각화, 마크다운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적합: EDA, 프로토타이핑, 강의/발표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매직: %timeit, %matplotlib inline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.ipynb JSON 형식 → Git diff 불편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IDE (VS Code, PyCharm)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강점: 디버깅, 리팩토링, 자동완성, Git 통합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적합: 프로덕션 코드, 패키지 개발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.py 파일 → Git 친화적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VS Code + Jupyter 확장 = 최고 조합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실무 워크플로우 &amp; 디버깅 기법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Jupyter에서 프로토타이핑 → .py 모듈로 리팩토링 → IDE에서 테스트/배포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디버깅 4단계: print() → assert → pdb.set_trace() → IDE 디버거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방어적 프로그래밍: assert len(X) == len(y), 'X와 y의 길이가 다릅니다!'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5편의 핵심 논문 분석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리뷰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파이썬 생태계의 기초를 다진 논문들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Van Rossum (2007) - Python Programming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USENIX Annual Technical Conference (Invited Talk)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파이썬 창시자가 설명하는 설계 철학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동적 타이핑, GIL, 확장성 아키텍처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Millman &amp; Aivazis (2011) - Python for Scientists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Computing in Science &amp; Engineering, 13(2)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SciPy 스택이 과학 컴퓨팅의 근간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소프트웨어 엔지니어링 관행의 중요성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Oliphant (2007) - Python for Scientific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창시자가 설명하는 기술적 기반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ndarray: 연속 메모리 + stride 기반 레이아웃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BLAS/LAPACK 활용, f2py/Cython 최적화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 핵심: ndarray가 모든 ML 알고리즘의 인프라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Perez &amp; Granger (2007) - IPython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Jupyter Notebook의 전신 (커널-프론트엔드 분리)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인터랙티브 컴퓨팅: 생각→코딩→실행→확인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매직 명령어: %timeit, %debug, %matplotlib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리터릿 컴퓨팅: 코드+결과+설명 통합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필독 논문: Raschka et al.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Machine Learning in Python - 생태계 서베이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Raschka et al. (2020) - ML in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Information, Vol. 11, No. 4, Article 193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역사적 발전: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NumPy(2006) → scikit-learn(2010)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TensorFlow(2015) → PyTorch(2016)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프레임워크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scikit-learn: 일관된 API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TensorFlow: 분산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PyTorch: 동적 그래프, 연구 친화적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최신 트렌드: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AutoML, Interpretable ML (SHAP/LIME)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MLOps (MLflow/Kubeflow)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본 과목과의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서베이 논문은 본 과목 전체를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파이썬 생태계 맥락에서 이해하게 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처리 도구 진화: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Pandas → Dask(분산) → RAPIDS(GPU)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다룰 알고리즘 계보: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선형회귀, 로지스틱회귀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의사결정나무, 랜덤포레스트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XGBoost, LightGBM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KMeans, PCA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생태계 과제: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GIL, 프로덕션 성능, 라이브러리 호환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실습: Python 프로파일링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for 루프 vs 컴프리헨션 vs map vs NumPy 성능 비교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코드: 성능 측정 유틸리티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01_python_profiling.py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time, numpy as np, matplotlib.pyplot as plt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시간측정(함수, *args, 반복횟수=5):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"""함수의 실행 시간을 측정 (여러 번 실행 후 평균)"""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시간들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_ in range(반복횟수):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시작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함수(*args)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종료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시간들.append(종료 - 시작)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np.mean(시간들)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4가지 방법으로 제곱 연산 비교 (데이터 크기: 1,000,000)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for루프_제곱(data):     결과 = []; [결과.append(x**2) for x in data]; return 결과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컴프리헨션_제곱(data):  return [x**2 for x in data]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map_제곱(data):        return list(map(lambda x: x**2, data))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numpy_제곱(data):      return data ** 2   # ← 핵심! C 수준 내부 루프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프로파일링 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4가지 연산 + 3가지 실험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제곱 연산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합산 연산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필터링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속도비(NumPy 대비)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for 루프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~0.15s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~0.05s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~0.10s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~75x 느림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리스트 컴프리헨션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~0.10s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~0.07s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~50x 느림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map()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~0.12s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~0.09s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~60x 느림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NumPy 벡터화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~0.002s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~0.003s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기준 (1x)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교훈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수치 연산에는 반드시 NumPy를 사용할 것 (수십~수백 배 차이)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순수 파이썬에서는 리스트 컴프리헨션이 가장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데이터가 클수록 NumPy의 이점이 극대화됨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map()은 lambda 오버헤드로 컴프리헨션보다 느린 경우가 많음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실습: 자료구조 벤치마크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list, tuple, dict, set의 탐색/삽입/삭제 성능 비교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코드: 탐색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02_data_structures_benchmark.py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탐색 성능 비교: O(n) vs O(1)의 실제 차이 측정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크기들 = [1000, 5000, 10000, 50000, 100000, 500000]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크기 in 크기들: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리스트_데이터 = list(range(크기))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딕셔너리_데이터 = {x: x for x in range(크기)}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세트_데이터 = set(range(크기))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탐색값들 = [random.randint(크기//2, 크기-1) for _ in range(100)]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list: O(n) - 순차 탐색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def 리스트_탐색():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v in 탐색값들: _ = v in 리스트_데이터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dict/set: O(1) - 해시 테이블 즉시 조회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def 세트_탐색():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v in 탐색값들: _ = v in 세트_데이터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벤치마크 결과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해시 기반 자료구조의 압도적 탐색 성능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dict/set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차이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탐색 (50만개)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~0.00005s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~10,000x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끝 삽입 (10만개)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~0.005s (append)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~0.006s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앞 삽입 (1만개)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~0.3s (insert)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list 느림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끝 삭제 (1만개)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~0.001s (pop)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~0.001s (del)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앞 삭제 (1만개)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~0.05s (pop(0))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list 느림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75488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실무 시사점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멤버십 검사(in)가 빈번하면: set 또는 dict 사용 (O(1) vs O(n))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크기가 클수록: 해시 기반 자료구조의 이점이 극대화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메모리: dict/set은 해시 테이블 오버헤드로 메모리를 더 많이 사용 (트레이드오프)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실습: 함수형 프로그래밍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map/filter/reduce, 데코레이터, 제너레이터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map/filter/reduce 데이터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03_functional_programming_ml.py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센서 데이터 전처리 파이프라인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원시_온도데이터 = [round(random.gauss(25, 5), 1) for _ in range(100)]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원시_온도데이터[10] = -99.0   # 센서 오류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원시_온도데이터[75] = None    # 결측값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단계 1: filter → 결측값(None) 제거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유효 = list(filter(lambda x: x is not None, 원시_온도데이터))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단계 2: filter → 이상값 제거 (0~50도 범위)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정상 = list(filter(lambda x: 0 &lt;= x &lt;= 50, 유효))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단계 3: map → 섭씨 → 화씨 변환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화씨 = list(map(lambda c: round(c * 9/5 + 32, 1), 정상))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단계 4: reduce → 통계량 계산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functools import reduce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합계 = reduce(lambda acc, x: acc + x, 정상)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데코레이터 &amp; 제너레이터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함수 확장과 메모리 효율적 데이터 로딩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데코레이터: 함수 기능 확장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타이밍(함수):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@functools.wraps(함수)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래퍼(*args, **kwargs):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시작 = time.perf_counter()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결과 = 함수(*args, **kwargs)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종료 = time.perf_counter()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print(f'{함수.__name__}: {종료-시작:.4f}초')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결과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래퍼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@타이밍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데이터_전처리(데이터):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# 자동으로 실행 시간 측정!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[x for x in 데이터 if x &gt; 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제너레이터: 배치 데이터 로더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배치_로더(데이터, 배치크기=32):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인덱스 = list(range(len(데이터)))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random.shuffle(인덱스)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시작 in range(0, len(인덱스), 배치크기):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배치 = 인덱스[시작:시작+배치크기]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yield [데이터[i] for i in 배치]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사용: 메모리에 전체 로드하지 않음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for 배치 in 배치_로더(데이터, 32):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학습(배치)  # 배치 단위 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292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@lru_cache: 메모이제이션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86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@functools.lru_cache(maxsize=128)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피보나치(n): ...  # O(2^n) → O(n)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함수 합성 (Function Composition)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sklearn Pipeline의 함수형 버전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파이프라인(*함수들):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"""함수를 순차 합성하는 파이프라인"""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합성_함수(입력):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결과 = 입력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for 함수 in 함수들: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결과 = 함수(결과)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결과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합성_함수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전처리 함수들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결측값_제거(d): return [x for x in d if x]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이상값_제거(d): return [x for x in d if 0&lt;=x&lt;=50]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표준화(d):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μ = sum(d)/len(d)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σ = (sum((x-μ)**2 for x in d)/len(d))**0.5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[(x-μ)/σ for x in 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파이프라인 조합 &amp; 실행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ML_전처리 = 파이프라인(결측값_제거, 이상값_제거, 표준화)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결과 = ML_전처리(원시_데이터)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입력: 100개 → 결측 제거 → 이상치 제거 → 표준화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함수형 프로그래밍 핵심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map(): 데이터 변환 (1:1 매핑)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filter(): 데이터 필터링 (조건부 선택)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reduce(): 집계 (리스트 → 단일 값)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데코레이터: @타이밍, @로깅, @lru_cache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제너레이터: yield 기반 배치 로딩, 메모리 절약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함수 합성: sklearn Pipeline의 함수형 버전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End-to-end ML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순수 파이썬으로 KNN 분류기 구현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순수 파이썬 KNN 분류기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외부 라이브러리 없이 5단계 ML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1단계: 데이터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합성 2D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클래스 0: 중심 (2,2)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클래스 1: 중심 (5,5)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100개, 총 200개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2단계: 전처리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Min-Max 정규화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x' = (x-min)/(max-min)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특성을 0~1로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스케일 통일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3단계: 분할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학습/테스트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test_ratio = 0.2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random.shuffle()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80% 학습, 20%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246888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4단계: KNN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8600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유클리드 거리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k개 최근접 이웃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다수결 투표로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k=1,3,5,7,9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5단계: 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정확도 (Accuracy)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정밀도 (Precision)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재현율 (Recall)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F1-score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코드: KNN 분류기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유클리드 거리 + 다수결 투표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math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euclidean_distance(a, b):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"""유클리드 거리 계산"""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math.sqrt(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sum((ai-bi)**2 for ai,bi in zip(a,b)))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knn_predict(X_train, y_train, x_query, k=5):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"""KNN 예측: k개 최근접 이웃의 다수결"""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 = [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(euclidean_distance(x_query, x_tr), label)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x_tr, label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in zip(X_train, y_train)]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distances.sort(key=lambda x: x[0])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k_nearest = distances[:k]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votes = [label for _, label in k_nearest]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max(set(votes), key=votes.count)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사용된 2장 개념 매핑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생성 → 함수, 리스트, for 루프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전처리 → 리스트 컴프리헨션, min/max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 → 슬라이싱, random.shuffle()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 → lambda, sorted(), zip(), 튜플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 → f-string, 산술 연산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수식: d(x,y) = √Σ(xi - yi)²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k값별 성능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k=1: 노이즈에 민감 (과적합)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k=5: 적절한 일반화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k=9: 과도한 평활화 (과소적합)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핵심 요약 + 복습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2장 전체 정리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2장에서 배운 모든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왜 Python인가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2860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접착 언어 + 풍부한 생태계 + 낮은 진입 장벽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자료형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7432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int, float, str, bool + 동적 타이핑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리스트/튜플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2004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mutable vs immutable, 슬라이싱, O(1) 접근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딕셔너리/세트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6576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해시 기반 O(1) 탐색, 하이퍼파라미터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함수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1148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def, lambda, *args, **kwargs, 다중 반환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클래스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5720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fit/predict/transform 패턴 = sklearn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성능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0292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프로파일링 → NumPy 벡터화 → GIL 우회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개발환경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conda/venv + Jupyter(탐색) + IDE(프로덕션)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수식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2장에서 등장한 핵심 수식들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유클리드 거리 (Euclidean Distance)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sqrt( Σ (xi - yi)²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KNN, K-Means 등 거리 기반 알고리즘의 기본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Min-Max 정규화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x' = (x - x_min) / (x_max - x_min)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특성을 [0, 1] 범위로 변환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Z-score 표준화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μ) / 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평균=0, 표준편차=1로 변환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정확도 (Accuracy)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 = (TP + TN) / (TP + TN + FP +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전체 예측 중 올바른 예측의 비율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이론 + 실습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Q1. 동적 타이핑이란? 정적 타이핑 대비 ML 개발의 장단점?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Q2. 0.1 + 0.2 == 0.3이 False인 이유? ML에서의 대처법?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Q3. list.append()가 O(1)이고 insert(0)이 O(n)인 이유?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Q4. 100만개 데이터에서 멤버십 검사: list vs set 선택 이유?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Q5. 테스트 데이터에 fit()을 호출하면 안 되는 이유? (데이터 누출)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코딩 +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Q6. [x**2 for x in range(10) if x%3==0]의 결과는?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Q7. NumPy 벡터화가 for 루프보다 수십~수백 배 빠른 이유 3가지?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Q8. GIL이란? ML에서 CPU 병렬 처리 방법?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Q9. 제너레이터의 메모리 절약 원리와 ML 배치 로딩 활용?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Q10. 결측값 제거 → 음수 0으로 클리핑 → 2배 스케일링을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t>      map/filter와 리스트 컴프리헨션 각각으로 구현하시오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t>Chapter 2: 머신러닝을 위한 파이썬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t>다음 장: NumPy &amp; Pandas 심화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