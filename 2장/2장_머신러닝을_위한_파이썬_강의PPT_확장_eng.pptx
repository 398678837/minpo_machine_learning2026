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37160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rPr/>
              <a:t>Python for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t>Python for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rPr/>
              <a:t>Python language history, basic grammar, data structure, function/class design, performance optimization, development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Machine learning |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Table of Contents (Table of Contents) ||| GIL) ||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Chapter 2 전체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Part I: 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2.1  왜 Python인가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2.2  기초 문법 (변수, 연산자, 제어문)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2.3  자료구조 심화 (list, tuple, dict, set)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2.4  함수와 클래스 (sklearn 패턴)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2.5  성능 최적화 (프로파일링, 벡터화, GIL)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2.6  개발환경 (conda, Jupyter, 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Part II: 실습 &amp; 논문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2.7   논문 리뷰 (5편)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2.8   실습: Python 프로파일링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2.9   실습: 자료구조 벤치마크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2.10  실습: 함수형 프로그래밍 ML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2.11  End-to-end ML 파이프라인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2.12  핵심 요약 + 복습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Things you can do after completing this chapter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1. Can explain the historical background of Python becoming a standard ML language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2. You can use basic grammar such as variables, data types, operators, and control statements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3. You can compare the time complexity of list, tuple, dict, and set and select appropriately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4. Can implement functions, classes, and sklearn's fit/predict/transform patterns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 Performance optimization techniques such as NumPy vectorization, profiling, and GIL bypass can be applied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6. You can build conda/venv virtual environment and Jupyter Notebook environment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7. You can implement an end-to-end ML pipeline using only pure Python.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Why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History and reasons for the ML standard 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History of becoming a ML standard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Milestones from 1991 to present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Milestone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6400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Significance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1991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2860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Python 0.9 released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2860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286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van Rossum's 'batteries included' philosophy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432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7432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SciPy project start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743200"/>
            <a:ext cx="6400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Seed of scientific computing ecosystem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004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00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2004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NumPy 1.0 (Oliphant)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32004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3200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High-performance ndarray - core infrastructure of 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6576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657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36576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IPython Announcement ||| Survey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657600"/>
            <a:ext cx="6400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Overview of the entire Python ML ecosystem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1148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114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41148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scikit-learn 0.1 공개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41148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일관된 fit/predict/transform 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5720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45720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Jupyter Notebook 분리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4572000"/>
            <a:ext cx="6400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언어 독립적 리터릿 컴퓨팅 플랫폼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0292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029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2015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0" y="5029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TensorFlow 공개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50292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딥러닝 프레임워크 시대 개막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4864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54864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PyTorch 공개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5486400"/>
            <a:ext cx="6400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동적 계산 그래프, 연구 친화적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9436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43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2020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0" y="59436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2880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Raschka et al. 서베이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0" y="59436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0" y="5943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파이썬 ML 생태계 전체 조망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3 reasons why Python became the ML standard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1. Glue Language || Rich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Supports all stages of ML pipeline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 collection → preprocessing → modeling → distribution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Low barrier to entry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Dynamic typing, concise grammar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Indentation-based block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NumPy, Pandas, scikit-learn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TensorFlow, PyTorch, matplotlib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Quick learning even for non-majors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TIOBE Index 1st place (2024~)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3. 낮은 진입 장벽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동적 타이핑, 간결한 문법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들여쓰기 기반 블록 구조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비전공자도 빠르게 학습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TIOBE 인덱스 1위 (2024~)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Python vs R vs Julia vs MATLAB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Comparison of each language's strengths and ML suitability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Criteria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01168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01168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Julia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011680"/>
            <a:ext cx="237744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MATLAB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Main areas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4688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General-purpose+ML/DL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4688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Statistical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4688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High-performance numerical 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46888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Engineering simulation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Performance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29260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Medium (NumPy supplement)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29260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Slow (Rcpp supplement)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9260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Fast (C level)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292608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Medium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DL Framework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33832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TF, PyTorch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33832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Limited || | | Limited | High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3832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Flux.jl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38328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Medium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38404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8600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Medium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38404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Key: No language beats Python for the breadth of its ecosystem, covering the entire ML pipeline in one language.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8404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성장 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384048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학교/기업 중심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2976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라이선스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42976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오픈소스(무료)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42976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976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오픈소스(무료)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2976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오픈소스(무료)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429768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4297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상용(유료)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7548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산업 채택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0" y="47548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8600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매우 높음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97680" y="47548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9768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중간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47548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낮음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475488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104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중간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핵심: ML 전체 파이프라인을 하나의 언어로 커버하는 생태계의 폭에서 파이썬을 능가하는 언어는 없다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Python design philosophy: The Zen of Python |||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import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400800" cy="32004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import this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Beautiful is better than ugly.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rPr/>
              <a:t>#   → 가독성 최우선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Explicit is better than implicit.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rPr/>
              <a:t>#   → 명시적 코드 선호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Simple is better than complex.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rPr/>
              <a:t>#   → 단순한 해법 추구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There should be one obvious way to do it.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rPr/>
              <a:t>#   → 일관된 API 설계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011680"/>
            <a:ext cx="402336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scikit-learn에 반영된 철학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fit() →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predict() →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transform() →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일관된 API = 'one obvious way'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모든 모델이 동일 패턴 따름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Basic grammar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Variables, data types, operators, control statements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Variables and Dynamic 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Automatically determined based on value without data type declaration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Variable assignment - no data type declaration required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x = 42          # int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y = 3.14        # float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name = 'ML'     # str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is_valid = True  # bool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Dynamic typing: Reassignment of a different type to the same variable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x = 'Now string' # Change from int → str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print(type(x))     # &lt;class 'str'&gt;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ML variable naming convention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 || 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X_train / X_test = 분할된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n_samples, n_features = 데이터 차원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93192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주의: 정적 vs 동적 타이핑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891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정적(C, Java): 컴파일 시 타입 오류 발견 → 안전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동적(Python): 런타임 시 타입 오류 발견 → 유연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Data types and arithmetic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4 basic data types + 7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Data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2880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Notation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ML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Integer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28600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28600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286000"/>
            <a:ext cx="4572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286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Class label, index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9748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697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Real number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69748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float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269748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2697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3.14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697480"/>
            <a:ext cx="4572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2697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Feature value, weight, loss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String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10896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3108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str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310896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'hello'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3108960"/>
            <a:ext cx="4572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3108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Categorical feature, text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52044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520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Logical type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352044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3520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bool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True/False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3520440"/>
            <a:ext cx="4572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0" y="3520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Mask, condition Filter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02336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Operator |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402336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의미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02336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예시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402336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결과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48056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+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448056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덧셈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448056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 + 2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4480560"/>
            <a:ext cx="5029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80060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480060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2880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뺄셈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0" y="480060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3 - 2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0" y="4800600"/>
            <a:ext cx="5029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12064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120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*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512064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828800" y="5120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곱셈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0" y="512064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 * 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0" y="5120640"/>
            <a:ext cx="5029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44068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/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544068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2880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나눗셈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0" y="544068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040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7 / 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0" y="5440680"/>
            <a:ext cx="5029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2920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3.5 (항상 float)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576072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5760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//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576072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828800" y="5760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몫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576072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0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7 // 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0" y="5760720"/>
            <a:ext cx="5029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608076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608076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2880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나머지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0" y="608076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0" y="6080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7 % 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9200" y="6080760"/>
            <a:ext cx="5029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29200" y="6080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640080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72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**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640080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8288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거듭제곱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0" y="640080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004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 ** 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29200" y="6400800"/>
            <a:ext cx="5029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029200" y="6400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Impact of float precision on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IEEE 754 Floating Point Limits and Dealing with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IEEE 754 Floating Point Limitations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print(0.1 + 0.2)         # 0.30000000000000004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print(0.1 + 0.2 == 0.3)  # False !!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How to Compare Correctly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import math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print(math.isclose(0.1 + 0.2, 0.3))  # 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Why Precision is Important in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float32 Precision ≈ 10⁻⁷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float64 Precision ≈ 10⁻¹⁶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Gradient descent: Vanishing gradient in float32 when η=10⁻⁶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Loss function: If p→0 in log(p), -∞ divergence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Requires np.clip(p, 1e-15, 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Mixed precision: GPU optimization with float16 + float32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rPr/>
              <a:t>Formula: float32 precision ≈ 10⁻⁷, float64 precision ≈ 10⁻¹⁶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Conditional statements and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if-elif-else, for, while, enumerate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Conditional statement: if-elif-else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score = 85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if score &gt;= 90: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grade = 'A'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elif score &gt;= 80: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grade = 'B'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else: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grade = 'C'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for loop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i in range(5):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print(i, end=' ')  # 0 1 2 3 4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enumerate: Index + value simultaneously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fruits = ['apple', 'banana', 'cherry']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idx, fruit in enumerate(fruits):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print(f'{idx}: {fruit}')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f-string: Frequently used output patterns in ML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epoch, loss, acc = 10, 0.0342, 0.9821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print(f'Epoch {epoch:3d} | Loss: {loss:.4f}'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f' | Acc: {acc:.4f}')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Epoch  10 | Loss: 0.0342 | Acc: 0.9821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f-string formatting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:3d = 3-digit integer, :.4f = decimal point 4 digits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:.2% = percentage display (0.95 → 95.00%)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List Comprehension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Python's unique syntax that reduces the for statement to one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3657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Basic: [expression for variable in iterable]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squares = [x ** 2 for x in range(1, 6)]       # [1, 4, 9, 16, 25]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Condition included: [Expression for variable in iterable if condition]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evens = [x for x in range(1, 21) if x % 2 == 0]  # [2, 4, ..., 20]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If-else included: [Expression1 if condition else Expression2 for variable in iterable]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labels = [1 if x &gt; 0 else 0 for x in [-1, 3, -2, 5, 0]]  # [0, 1, 0, 1, 0]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ML usage example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Data preprocessing: Missing values Remove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cleaned = [x for x in raw_data if x is not None]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Label Encoding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encoded = [1 if label == 'positive' else 0 for label in labels]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rPr/>
              <a:t>ML Core Uses: Very often used in data preprocessing, feature extraction, label encoding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Advanced Data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Characteristics and time complexity of list, tuple, dict, and 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Comparison of four basic data structures ||| O(1). Overwhelming compared to list's O(n) in large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특성과 용도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자료구조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288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기호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변경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순서 보장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중복 허용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해시 기반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리스트 (list)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28600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2860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286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 (mutable)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286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2286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2286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튜플 (tuple)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278892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27889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 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78892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27889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 (immutable)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278892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27889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0" y="278892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27889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278892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27889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딕셔너리 (dict)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329184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3291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{ 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329184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 (mutable)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0" y="329184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 (3.7+)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0" y="329184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키 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329184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세트 (set)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379476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0" y="37947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{ 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0" y="379476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0480" y="3794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 (mutable)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379476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794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0" y="379476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0" y="3794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78240" y="379476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78240" y="3794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rPr/>
              <a:t>핵심: dict와 set은 해시 테이블 기반이므로 탐색이 O(1). 대용량 데이터에서 list의 O(n) 대비 압도적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Time complexity comparison (Big-O) ||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연산별 성능 특성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연산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tuple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인덱스 접근 [i]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탐색 (in)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끝 삽입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앞 삽입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8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8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끝 삭제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1752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6344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8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5528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앞 삭제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17520" y="45720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1752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45720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6344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45720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55280" y="45720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5528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*O(1) 분할상환(amortized): 리스트 용량 초과 시 내부적으로 배열을 2배 확장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list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variable, guaranteed order, indexing/slicing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Creation and indexing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 = [1, 2, 3, 4, 5, 6, 7, 8, 9, 10]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print(data[0]) # 1 (first)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print(data[-1]) # 10 (last)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slicing: [start:end:interval]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print(data[2:5])   # [3, 4, 5]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print(data[::2])   # [1, 3, 5, 7, 9]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print(data[::-1]) # [10, 9, ..., 1] Reverse order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Main method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data.append(100) # Append to the end O(1)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data.insert(0, 99) # Insert before O(n)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data.remove(100) # Delete by value O(n)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removed = data.pop() # Remove from the end O(1)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Slicing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[start:end] → end index Not included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[::interval] → Skip by interval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[::-1] → Reverse order (reverse entire order)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Often used in ML: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X_train = data[:split]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X_test = data[split:]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Performance caution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0292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append → O(1), insert(0) → O(n)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 collections.deque if front insertion is frequent.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Dictionary (dict) &amp; set (set)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O(1) search based on hash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Dictionary: {key: value}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params = {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'n_estimators': 100,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'max_depth': 5,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'learning_rate': 0.1,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model = dict (pass **kwargs)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Mapping category labels → dict (string → integer encoding)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train_feats = {'age', 'income', 'score'}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test_feats = {'age', 'income', 'name'}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missing = train_feats - test_feats  # {'score'}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Extract unique categories → set (remove duplicates, O(1) search)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Model settings (immutable) → tuple (avoid accidental changes)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Fast membership check → set / dict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범주 레이블 매핑 → dict (문자열→정수 인코딩)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고유 카테고리 추출 → set (중복 제거, O(1) 탐색)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모델 설정 (불변) → tuple (실수 변경 방지)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빠른 멤버십 검사 → set / dict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Functions and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def, lambda, classes, sklearn patterns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Function Definitions and Advanced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Default, *args, **kwargs, multiple returns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Default Parameters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train(data, epochs=10, lr=0.01):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print(f'train: {epochs} epochs, learning rate={lr}')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train(data) # Use defaults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train(data, epochs=50) # Only change epochs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*args: Variable positional arguments (tuple)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add_all(*args):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sum(args)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**kwargs: Variable keyword arguments (dictionary)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create_model(**kwargs):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for key, val in kwargs.items():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print(f'  {key} = {val}')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Multiple value returns (tuple)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def calc_stats(numbers):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total = sum(numbers)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avg = total / len(numbers)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return total, avg, min(numbers)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total, avg, min_v = calc_stats([85,90,78])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Using **kwargs in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0292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params = {'n_estimators':100, 'max_depth':5}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 = RandomForestClassifier(**params)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lambda functions and higher-order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Used in sorted, map, filter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lambda: Anonymous function (one-line function)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square = lambda x: x ** 2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print(square(5))  # 25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sorted() + lambda: Sort feature importance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feature_importance = [('age', 0.35), ('income', 0.52), ('score', 0.13)]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sorted_features = sorted(feature_importance, key=lambda x: x[1], reverse=True)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[('income', 0.52), ('age', 0.35), ('score', 0.13)]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map(): Data conversion |  filter(): data filtering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data = [1, -2, 3, -4, 5]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positives = list(filter(lambda x: x &gt; 0, data))   # [1, 3, 5]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squared = list(map(lambda x: x ** 2, data))        # [1, 4, 9, 16, 25]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sklearn's fit/predict/transform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Estimator API - consistent interface for all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400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class SimpleScaler: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__init__(self, feature_range=(0, 1)):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self.feature_range = feature_range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self.min_ = None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self.max_ = None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fit(self, X): # Learn statistics from training data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self.min_ = min(X)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self.max_ = max(X)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self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transform(self, (Convenience)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range_ = self.max_ - self.min_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lo, hi = self.feature_range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[(x-self.min_)/range_*(hi-lo)+lo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for x in X]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Important: fit() must only be used on training data!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Calling fit() on test data = data leakage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0" y="201168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호출 시점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246888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468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fit(X)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46888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468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학습 데이터에서 파라미터 학습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0" y="246888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24688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학습 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97180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971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predict(X)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97180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971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학습된 모델로 예측 수행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0" y="297180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29718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추론 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347472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transform(X)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347472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학습된 파라미터로 데이터 변환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20" y="347472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0" y="3474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학습/추론 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397764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977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fit_transform(X)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397764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3977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fit + transform 한 번에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89920" y="397764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0" y="3977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학습 시 (편의)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572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rPr/>
              <a:t>중요: fit()은 반드시 학습 데이터에서만!</a:t>
            </a:r>
            <a:br/>
            <a:r>
              <a:rPr/>
              <a:t>테스트 데이터에 fit() 호출 = 데이터 누출(data leakage)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Class inheritance and polymorphism |||  All support fit() → predict() → score()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BaseModel → 구체적 모델 구현 패턴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기본 모델 클래스 (추상 기반)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class BaseModel: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raise NotImplementedError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predict(self, X):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raise NotImplementedError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score(self, 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preds = self.predict(X)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correct = sum(1 for p,t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      in zip(preds,y) if p==t)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correct / len(y)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구체적 모델 구현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class MajorityClassifier(BaseModel):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from collections import Counter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self.majority_ = Counter(y)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.most_common(1)[0][0]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다형성 (Polymorphism)의 장점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동일한 인터페이스로 다른 모델 사용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 = MajorityClassifier()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model.fit(None, [0,0,1,0,1,0])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model.predict([1,2,3])  # [0, 0, 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model.score(None, [0,0,1])  # 0.667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sklearn의 모든 모델이 이 패턴: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LogisticRegression, SVC, RandomForest...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모두 fit() → predict() → score() 지원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45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Performance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Profiling, vectorization, GIL, memory management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Profiling: Finding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Don't optimize if you don't measure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time, cProfile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Method 1: time.perf_counter()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start = time.perf_counter()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result = sum(x**2 for x in range(1_000_000))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elapsed = time.perf_counter() - start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print(f'Running time: {elapsed:.4f} seconds')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Method 2: cProfile (details per function)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my_function():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data = [x**2 for x in range(100_000)]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sorted(data, reverse=True)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cProfile.run('my_function()')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Method 3: Jupyter %timeit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%timeit sum(range(1000))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8463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Profiling Step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Step 1: time.perf_counter()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Simple section measurement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Identify bottlenecks as quickly as possible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Step 2: cProfile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Number of calls per function, cumulative time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In-depth analysis of which functions are slow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Step 3: line_profiler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Line-by-line execution time analysis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Identify the exact bottleneck point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Vectorization: The power of NumPy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Dozens to hundreds of times faster than pure Python loops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 = 1_000_000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data_list = list(range(n))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data_array = np.arange(n)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Pure Python loop: ~0.15 seconds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result_loop = [x ** 2 for x in data_list]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NumPy vectorization: ~0.002 seconds (about 75 times faster!)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result_numpy = data_array **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9436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3 reasons why vectorization is 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C-level inner loop: eliminate interpreter overhead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Continuous memory access: Maximizing CPU cache efficiency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SIMD Instructions: Hardware-Level Parallelism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01168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Speed ​​Comparison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4688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for loop     ~150ms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list comp.   ~100ms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map()        ~120ms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         ~2ms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NumPy is ~75x faster than for loops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Key Lessons: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Be sure to use NumPy for numerical calculations!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 pure Python, comprehension is optimal.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GIL (Global Interpreter Lock)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CPython's global locking and its response in 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What is GIL?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CPython's global locking mechanism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Only one thread executes Python bytecode at a time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CPU bound: Performance cannot be improved by multithreading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I/O bound: Multithreading has an effect (GIL is turned off)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Strategy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45720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57200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Application Situation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Multiprocessing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5029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multiprocessing, joblib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502920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CPU parallel learning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864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NumPy internal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54864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BLAS/MKL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548640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Matrix computation automatically parallel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9436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External library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59436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TensorFlow, PyTorch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94360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GPU computation (GIL independent)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4008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Asynchronous I/O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64008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6400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asyncio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640080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6400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Data loading pipeline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1488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scikit-learn's n_jobs parameter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Multiprocessing used internally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sklearn.ensemble import RandomForestClassifier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 = RandomForestClassifier(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n_estimators=100, n_jobs=-1 # All cores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Memory Management ||| Efficient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dict: ~300+ KB → Hash table overhead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sys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set: ~500+ KB → Hash table overhead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list_mem  = sys.getsizeof(list(range(10000)))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tuple_mem = sys.getsizeof(tuple(range(10000)))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dict_mem  = sys.getsizeof({i:i for i in range(10000)})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Large data processing strategy: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gen = (x ** 2 for x in range(1_000_000))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print(sys.getsizeof(gen))  # ~200 bytes!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1. Generator batch loading (yield)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011680"/>
            <a:ext cx="57607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2. np.memmap (disk mapping array)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float64 → float32 downcasting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tuple: ~80 KB → immutable, 메모리 효율적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dict: ~300+ KB → 해시 테이블 오버헤드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set: ~500+ KB → 해시 테이블 오버헤드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대용량 데이터 처리 전략: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1. 제너레이터 배치 로딩 (yield)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2. np.memmap (디스크 매핑 배열)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3. pd.read_csv(chunksize=1000)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4. float64 → float32 다운캐스팅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Development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Virtual environment, Jupyter, IDE, debugging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Virtual environment: conda vs venv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Build independent environment for each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venv (built-in Python)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python -m venv ml_env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source ml_env/bin/activate     # Linux/Mac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ml_env\Scripts\activate      # Windows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pip install numpy pandas scikit-learn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conda (Anaconda/Miniconda)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conda create -n ml_env python=3.11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conda activate ml_env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conda install numpy pandas scikit-learn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Standard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venv + pip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conda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46888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Package 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4688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PyPI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24688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Anaconda + PyPI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Binary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9260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Limited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9260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Excellent (C dependency automatic)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8328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GPU settings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3832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Manual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33832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Simple (cudatoolkit)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84048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Recommended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8404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Lightweight Project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38404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ML/DL Project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Jupyter Notebook vs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Exploratory analysis vs production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Jupyter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Strengths: Cell-by-cell execution, inline visualization, markdown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Suitable for: EDA, prototyping, lectures/presentations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Magic: %timeit, %matplotlib inline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Limitations: .ipynb JSON format → Git diff inconvenient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IDE (VS Code, PyCharm)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Strengths: Debugging, refactoring, autocompletion, Git integration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Suitable for: Production code, packages Development ||| == len(y), 'X and y have different lengths!'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.py 파일 → Git 친화적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VS Code + Jupyter 확장 = 최고 조합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실무 워크플로우 &amp; 디버깅 기법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Jupyter에서 프로토타이핑 → .py 모듈로 리팩토링 → IDE에서 테스트/배포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디버깅 4단계: print() → assert → pdb.set_trace() → IDE 디버거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방어적 프로그래밍: assert len(X) == len(y), 'X와 y의 길이가 다릅니다!'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Paper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Analysis of 5 key papers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of key papers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Papers that laid the foundation of the Python ecosystem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Van Rossum (2007) - Python Programming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USENIX Annual Technical Conference (Invited Talk)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Design philosophy explained by the creator of Python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Dynamic typing, GIL, scalability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Millman &amp; Aivazis (2011) - Python for Scientists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Computing in Science &amp; Engineering, 13(2)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SciPy stack is the foundation of scientific computing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Importance of software engineering practices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Oliphant (2007) - Python for Scientific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Technical foundation explained by the creator of NumPy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ndarray: contiguous memory + stride-based layout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Utilization of BLAS/LAPACK, f2py/Cython optimization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ML Core: ndarray is the infrastructure for all ML algorithms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Perez &amp; Granger (2007) - IPython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Predecessor of Jupyter Notebook (kernel-frontend separation)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Interactive computing: Think→Coding→Execute→Confirm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Magic commands: %timeit, %debug, %matplotlib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Literet computing: Integration of code+results+explanation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Recommended paper: Raschka et al. (2020)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Machine Learning in Python - Ecosystem Survey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Raschka et al. (2020) - ML in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Information, Vol. 11, No. 4, Article 193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Historical Development: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NumPy(2006) → scikit-learn(2010)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TensorFlow(2015) → PyTorch(2016)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Framework Comparison: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scikit-learn: consistent API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TensorFlow: Distributed Learning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PyTorch: Dynamic Graph, Research Friendly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Latest Trends: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AutoML, Interpretable ML (SHAP/LIME)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MLOps (MLflow/Kubeflow)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Connection to this 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This survey paper provides an understanding of the entire subject in the context of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Python ecosystem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 processing tool evolution: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Pandas → Dask (distributed) → RAPIDS (GPU)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Algorithm lineage to be covered: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Linear regression, logistic regression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Decision Tree, Random Forest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XGBoost, LightGBM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KMeans, PCA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Ecosystem Task: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GIL, production performance, library compatibility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Hands-on: Python Profiling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for loop vs comprehension vs map vs NumPy performance comparison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Practice Code: Performance Measurement 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01_python_profiling.py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time, numpy as np, matplotlib.pyplot as plt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Time Measurement(function, *args, number of iterations=5):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"""Measure the execution time of a function (average after multiple executions)"""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Hours = []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for _ in range(number of repetitions):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start = time.perf_counter()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function(*args)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end = time.perf_counter()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hours.append(end - start)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return np.mean(times)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Compare the square operation in 4 ways (data size: 1,000,000)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for loop_square(data): result = []; [result.append(x**2) for x in data]; return result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comprehension_squared(data): return [x**2 for x in data]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map_squared(data): return list(map(lambda x: x**2, data))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numpy_squared(data): return data ** 2 # ← Key! C-level inner loop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Profiling experiment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4 operations + 3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Square operation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Sumination operation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Filtering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Speed ratio (compared to NumPy)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for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~0.15s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~0.05s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~0.10s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~75x slower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List comprehension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~0.10s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~0.07s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~50x slower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map()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~0.12s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~0.09s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~60x slower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NumPy vectorization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~0.002s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~0.001s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~0.003s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Based on (1x)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Key Lesson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Be sure to use NumPy for numerical calculations (tens to hundreds of times difference)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In pure Python, list comprehension is the most efficient.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The larger the data, the greater the benefits of NumPy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map() is often slower than comprehension due to lambda overhead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Practice: Data structure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Comparison of search/insert/delete performance of list, tuple, dict, and set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Practice Code: Comparing Search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02_data_structures_benchmark.py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Comparing Search Performance: Measuring the Real Difference in O(n) vs O(1)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Sizes = [1000, 5000, 10000, 50000, 100000, 500000]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for size in sizes: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list_data = list(range(size))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dictionary_data = {x: x for x in range(size)}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set_data = set(range(size))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Search values ​​= [random.randint(size//2, size-1) for _ in range(100)]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list: O(n) - sequential search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list_navigation():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for v in search values: _ = v in list_data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dict/set: O(1) - Instant lookup of hash table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set_search():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for v in search values: _ = v in set_data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Summary of benchmark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Overwhelming search performance of hash-based data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dict/set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Difference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Search (500,000 items)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~0.5s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~0.00005s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~10,000x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End insertion (100,000 items)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~0.005s (append)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~0.006s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Similar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Front insertion (10,000 items)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~0.3s (insert)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list Slow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79476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End deletion (10,000 items)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~0.001s (pop)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~0.001s (del)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79476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Similar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2976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Prep deletion (10,000 items)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429768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~0.05s (pop(0))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429768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2976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list Slow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75488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Practical implications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If membership checks(in) are frequent: use set or dict (O(1) vs O(n))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Larger data size: benefits of hash-based data structures are maximized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Memory: dict/set uses more memory due to hash table overhead (trade-off)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Hands-on: Functional Programming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map/filter/reduce, decorators, generators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map/filter/reduce data pipeline ||| Remove missing values (None)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03_functional_programming_ml.py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Valid = list(filter(lambda x: list(map(lambda c: round(c * 9/5 + 32, 1), normal))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Step 4: reduce → calculate statistics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sum = reduce(lambda acc, x: acc + x, normal)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원시_온도데이터[75] = None    # 결측값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단계 1: filter → 결측값(None) 제거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유효 = list(filter(lambda x: x is not None, 원시_온도데이터))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단계 2: filter → 이상값 제거 (0~50도 범위)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정상 = list(filter(lambda x: 0 &lt;= x &lt;= 50, 유효))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단계 3: map → 섭씨 → 화씨 변환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화씨 = list(map(lambda c: round(c * 9/5 + 32, 1), 정상))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단계 4: reduce → 통계량 계산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functools import reduce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합계 = reduce(lambda acc, x: acc + x, 정상)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Decorator &amp; Generator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Function expansion and memory-efficient data loading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Decorator: Function extension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Timing (function):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@functools.wraps(function)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wrapper(*args, **kwargs):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start = time.perf_counter()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result = function(*args, **kwargs)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end = time.perf_counter()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print(f'{function.__name__}: {end-start:.4f} seconds')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return result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return wrapper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@timing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data_preprocessing(data):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Measure execution time automatically!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return [x for x in data if x &gt; 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generator: batch data loader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batch_loader(data, batchsize=32):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index = list(range(len(data)))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random.shuffle(index)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for start in range(0, len(index), batch size):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batch = index[start:start+batchsize]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yield [data[i] for i in batch]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use: do not load entire into memory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for batch in batch_loader(data, 32):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Learning (batch) # Batch unit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0292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120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@lru_cache: Memoization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4864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@functools.lru_cache(maxsize=128)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def Fibonacci(n): ... # O(2^n) → O(n)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Function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Functional version of sklearn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Pipeline (*functions):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"""Pipeline for sequentially synthesizing functions"""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composite_function(input):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result = input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for function in functions: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result = function(result)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return result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return composition_function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Preprocessing functions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missing_value_removal(d): return [x for x in d if x]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outlier_removal(d): return [x for standardization)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Results = ML_preprocessing (raw_data)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μ = sum(d)/len(d)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σ = (sum((x-μ)**2 for x in d)/len(d))**0.5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[(x-μ)/σ for x in 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Input: 100 → Missing removal → Outlier removal → Standardization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Functional programming essentials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map(): Data conversion (1:1 mapping)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filter(): Data filtering (conditional selection)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114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reduce(): Aggregation (list → single value)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572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Decorator: @Timing, @logging, @lru_cache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Generator: yield-based batch loading, memory saving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Function synthesis: functional version of sklearn Pipeline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데코레이터: @타이밍, @로깅, @lru_cache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제너레이터: yield 기반 배치 로딩, 메모리 절약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함수 합성: sklearn Pipeline의 함수형 버전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End-to-end ML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Implementing a KNN classifier in pure Python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Pure Python KNN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5-stage ML pipeline without external libraries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Step 1: Data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Synthetic 2D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Class 0: Centroid (2,2)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Class 1: Centroid (5,5)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100 each, 200 total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Step 2: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Min-Max normalization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x' = (x-min)/(max-min)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All features Unify scale to 0~1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Step 3: 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Train/Test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28600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80% training, 20% test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test_ratio = 0.2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random.shuffle()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Step 4: Implement KNN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246888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Calculate Euclidean 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28600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Select k nearest neighbors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Predict by majority vote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Compare k=1,3,5,7,9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Step 5: Evaluation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Accuracy (Accuracy)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28600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Precision (Precision)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Recall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재현율 (Recall)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F1-score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Core code: KNN classifier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Euclidean distance + majority voting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math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euclidean_distance(a, b):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"""Euclidean distance calculation"""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math.sqrt(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sum((ai-bi)**2 for ai,bi in zip(a,b)))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knn_predict(X_train, y_train, x_query, k=5):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"""KNN prediction: Majority vote of k nearest neighbors"""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distances = [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(euclidean_distance(x_query, x_tr), label)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x_tr, label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in zip(X_train, y_train)]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distances.sort(key=lambda x: x[0])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k_nearest = distances[:k]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votes = [label for _, label in k_nearest]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max(set(votes), key=votes.count)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Chapter 2 Concept mapping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 generation → function, list, for loop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Preprocessing → list comprehension, min/max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Splitting → slicing, random.shuffle()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KNN → lambda, sorted(), zip(), tuple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Evaluation → f-string, arithmetic Operation ||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수식: d(x,y) = √Σ(xi - yi)²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k값별 성능 비교: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k=1: 노이즈에 민감 (과적합)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k=5: 적절한 일반화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k=9: 과도한 평활화 (과소적합)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Key Summary + Review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Summary of Chapter 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Key Summary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All concepts learned in Chapter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Topics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828800"/>
            <a:ext cx="7772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Why 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2860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286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Adhesive language + rich ecosystem + low barrier to entry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Data types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7432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743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int, float, str, bool + dynamic typing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List/tuple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2004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mutable vs immutable, slicing, O(1) approach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Dictionary/Set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6576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3657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Hash-based O(1) navigation, hyperparameter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function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1148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def, lambda, *args, **kwargs, multiple returns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class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5720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fit/predict/transform pattern = sklearn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292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Performance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50292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5029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Profiling → NumPy vectorization → GIL bypass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4864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Development environment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4864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5486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conda/venv + Jupyter (exploration) + IDE (production)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Summary of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Key formulas that appeared in Chapter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Euclidean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 y) = sqrt( Σ (xi - yi)²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Basics of distance-based algorithms such as KNN and K-Means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Min-Max normalization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x' = (x - x_min) / (x_max - x_min)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Conversion of all features to the range [0, 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Z-score standardization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= (x - μ) / 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Conversion to mean = 0, standard deviation =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023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8912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Acc = (TP + TN) / (TP + TN + FP + FN)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Correct among all predictions percentage of predictions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questions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Check theory +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Q1. What is dynamic typing? What are the pros and cons of ML development compared to static typing?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Q2. Why is 0.1 + 0.2 == 0.3 False? How to deal with it in ML?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Q3. Why is list.append() O(1) and insert(0) O(n)?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Q4. Membership check on 1 million data: Why choose list vs set?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Q5. Why not call fit() on test data? (data leak)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questions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Coding +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Q6. What is the result of [x**2 for x in range(10) if x%3==0]?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Q7. Three reasons why NumPy vectorization is tens to hundreds of times faster than for loops?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Q8. What is GIL? How to do CPU parallel processing in ML?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Q9. Memory saving principles of generators and utilization of ML batch loading?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Q10. Remove missing values ​​→ Clipping to negative 0 → 2x scaling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Implement map/filter and list comprehension respectively.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28600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맑은 고딕"/>
              </a:defRPr>
            </a:pPr>
            <a:r>
              <a:rPr/>
              <a:t>Chapter 2: Python for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Next chapter: NumPy &amp; Pandas in depth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