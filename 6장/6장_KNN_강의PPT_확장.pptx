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73736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K-최근접 이웃</a:t>
            </a:r>
            <a:br/>
            <a:r>
              <a:t>(K-Nearest Neighbors, KNN)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비모수적 분류/회귀의 가장 직관적인 알고리즘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1. KNN의 직관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2. 거리 측도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3. K값 선택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4. 차원의 저주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5. 거리 메트릭 학습 (LMNN)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6. 스케일링의 중요성</a:t>
            </a:r>
          </a:p>
          <a:p>
            <a:pPr>
              <a:spcAft>
                <a:spcPts val="1200"/>
              </a:spcAft>
              <a:defRPr sz="1800">
                <a:solidFill>
                  <a:srgbClr val="00D2FF"/>
                </a:solidFill>
                <a:latin typeface="맑은 고딕"/>
              </a:defRPr>
            </a:pPr>
            <a:r>
              <a:t>7. 효율적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8. KNN 변형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9. 논문 리뷰 (5편)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10. 실습: KNN 스크래치 구현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11. 실습: 차원의 저주 실험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12. 실습: 거리 메트릭 학습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13. 응용사례</a:t>
            </a:r>
          </a:p>
          <a:p>
            <a:pPr>
              <a:spcAft>
                <a:spcPts val="1200"/>
              </a:spcAft>
              <a:defRPr sz="1800">
                <a:solidFill>
                  <a:srgbClr val="00E696"/>
                </a:solidFill>
                <a:latin typeface="맑은 고딕"/>
              </a:defRPr>
            </a:pPr>
            <a:r>
              <a:t>14.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 (Learning Objectives)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 알고리즘의 동작 원리와 게으른 학습(Lazy Learning) 패러다임을 이해한다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유클리드, 맨해튼, 코사인, 마할라노비스 등 다양한 거리 측도를 비교한다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K값 선택이 편향-분산 트레이드오프에 미치는 영향을 분석한다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차원의 저주(Curse of Dimensionality)와 거리 집중 현상을 수학적으로 이해한다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LMNN을 통한 거리 메트릭 학습의 원리와 효과를 파악한다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KD-Tree, Ball-Tree, LSH, FAISS 등 효율적 탐색 기법을 비교한다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가중 KNN, KNN 회귀 등 주요 변형을 학습한다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KNN을 밑바닥부터 구현하고 sklearn과 비교한다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-- 가장 단순하고 강력한 가정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"새로운 데이터 포인트의 정체를 알고 싶다면, 그 주변에 있는 이웃들을 살펴보라."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집값 추정 -&gt; 주변 집들의 시세를 참고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영화 추천 -&gt; 취향이 비슷한 친구들의 추천을 참고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질병 진단 -&gt; 유사한 증상을 보인 환자의 기록을 참고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KNN은 이러한 일상적 직관을 수학적으로 정식화한 알고리즘이다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알고리즘 동작 과정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새로운 데이터 x가 들어오면: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1) 기존 모든 학습 데이터와의 거리를 계산한다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2) 거리가 가장 가까운 K개의 이웃을 선택한다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3) [분류] K개 이웃의 클래스 중 다수결(Majority Voting)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   [회귀] K개 이웃의 타깃값 평균을 예측값으로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9202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분류 예측 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59" y="2286000"/>
            <a:ext cx="3749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y_hat = argmax_c SUM I(y_i = 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(i in N_K(x))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N_K(x): x의 K개 최근접 이웃 인덱스 집합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I(.): 지시함수 (indicator function)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학습 단계: 데이터를 저장하기만 함 (O(1))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예측 단계: 모든 학습 데이터와 거리 계산 (O(Nd)) -- N: 데이터 수, d: 차원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이 때문에 '인스턴스 기반 학습' 또는 '메모리 기반 학습'이라고도 불린다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Lazy Learning vs. Eager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게으른 학습 (Lazy)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적극적 학습 (Eager)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단계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(데이터 저장만)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파라미터를 학습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예측 시점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계산이 예측 시 발생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학습된 모델로 빠르게 예측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회귀, SVM, 신경망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속도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8404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 (저장만)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8404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느림 (파라미터 최적화)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예측 속도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2976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 (전체 거리 계산)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메모리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7548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전체 학습 데이터 보관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7548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파라미터만 보관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게으른 학습의 장단점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장점 (Advantages)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새로운 학습 데이터 추가가 즉각적 (재학습 불필요)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지역적으로 다른 결정 함수를 사용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복잡한 결정 경계 표현이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구현이 매우 간단하고 직관적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비모수적 방법으로 데이터 분포 가정이 불필요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단점 (Disadvantages)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대량 데이터에서 예측 속도가 매우 느림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전체 학습 데이터를 메모리에 유지해야 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스케일에 매우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고차원에서 차원의 저주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민감 (특히 작은 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이론적 보장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onsolas"/>
              </a:defRPr>
            </a:pPr>
            <a:r>
              <a:t>R*  &lt;=  R*_NN  &lt;=  2 R* (1 - R*)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R*: 베이즈 최적 오류율 (이론적으로 달성 가능한 최소 오류율)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R*_NN: 1-NN 분류기의 기대 오류율 (학습 데이터 무한 가정)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의미: 아무런 모수 추정 없이 단순히 가장 가까운 이웃의 레이블을 사용하는 것만으로도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 이론적으로 가능한 최적 성능의 절반 이상을 보장받을 수 있다!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예시: 베이즈 최적 오류율이 10%일 때, 1-NN 오류율 상한 = 2 x 0.1 x 0.9 = 18%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 -&gt; 비모수적 방법의 놀라운 힘을 보여주는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"가깝다"를 어떻게 정의할 것인가?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유클리드 거리 (Euclidean Distance, L2 노름)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Consolas"/>
              </a:defRPr>
            </a:pPr>
            <a:r>
              <a:t>d_L2(x, y) = sqrt( SUM (x_i - y_i)^2 ) = ||x - y||_2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두 점 사이의 직선 거리 (가장 널리 사용)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sklearn KNN의 기본(default) 거리 척도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연속형 수치 특성에 적합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모든 특성의 스케일이 동일할 때 가장 효과적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계산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 A(1, 2) 와 점 B(4, 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sqrt((4-1)^2 + (6-2)^2)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sqrt(9 + 16) = sqrt(25) =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맨해튼 거리 (Manhattan Distance, L1 노름)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onsolas"/>
              </a:defRPr>
            </a:pPr>
            <a:r>
              <a:t>d_L1(x, y) = SUM |x_i - y_i| = ||x - y||_1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각 축 방향으로의 절대 거리의 합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격자(Grid) 형태의 경로를 따라 이동하는 거리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뉴욕 맨해튼의 격자형 도로에서 유래한 이름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Beyer et al.(1999) 분석: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고차원에서 유클리드 거리보다 거리 집중 현상이 덜 심함!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계산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 A(1, 2) 와 점 B(4, 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|4-1| + |6-2| = 3 + 4 =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민코프스키 거리 (Minkowski Distance, Lp 노름)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6CFF"/>
                </a:solidFill>
                <a:latin typeface="Consolas"/>
              </a:defRPr>
            </a:pPr>
            <a:r>
              <a:t>d_Lp(x, y) = ( SUM |x_i - y_i|^p )^(1/p)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1828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 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474720"/>
            <a:ext cx="36576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해당 거리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 =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9319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맨해튼 거리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9319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축 방향 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38912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 =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3891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유클리드 거리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직선 거리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84632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 -&gt; inf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8463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체비셰프 거리: max|x_i - y_i|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48463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최대 차이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코사인 유사도 (Cosine Similarity)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Consolas"/>
              </a:defRPr>
            </a:pPr>
            <a:r>
              <a:t>cosine_sim(x, y) = (x . y) / (||x|| ||y||)</a:t>
            </a:r>
            <a:br/>
            <a:r>
              <a:t>코사인 거리 = 1 - cosine_similarity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벡터의 크기가 아닌 방향만을 고려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텍스트 분류, 추천 시스템에서 매우 자주 사용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문서의 길이(단어 빈도의 절대적 크기)에 영향을 받지 않음</a:t>
            </a:r>
          </a:p>
          <a:p>
            <a:pPr>
              <a:spcAft>
                <a:spcPts val="10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TF-IDF 벡터 간 유사도 비교에 특히 적합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566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계산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 A = (3, 2, 0,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 B = (1, 0, 0,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cos(theta) = (3x1+2x0+0x0+5x0)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/ (sqrt(38) x sqrt(1))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= 3/sqrt(38) = 0.487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마할라노비스 거리 (Mahalanobis Distance)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Consolas"/>
              </a:defRPr>
            </a:pPr>
            <a:r>
              <a:t>d_M(x, y) = sqrt( (x-y)^T  M  (x-y)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데이터의 공분산 구조를 반영한 거리 측도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 = I (단위행렬): 유클리드 거리와 동일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 = Sigma^(-1): 특성 간 상관관계 고려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M은 양의 반정치(PSD) 행렬이어야 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Weinberger &amp; Saul(2009)의 LMNN은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분류 성능을 최적화하는 M을 학습한다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사례: 키와 몸무게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 거리: 키(cm)가 거리를 지배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키 170cm vs 175cm (차이: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몸무게 70kg vs 75kg (차이: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마할라노비스 거리: 분산/상관 고려하여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각 특성의 기여도를 적절히 조절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측도 선택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적합한 상황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주의 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688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유클리드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연속형, 동일 스케일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스케일링 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맨해튼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고차원, 희소 데이터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L2보다 거리 집중 완화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코사인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텍스트, 방향 중요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38328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크기 정보 손실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마할라노비스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8404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상관 특성 존재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공분산 추정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 메시지: 거리 측도의 선택은 KNN 성능에 결정적 영향을 미친다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데이터의 특성(연속/범주, 스케일, 차원, 상관관계)에 따라 적절한 거리를 선택해야 한다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sklearn 기본은 유클리드 거리 (metric='euclidean') -- 필요 시 변경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편향-분산 트레이드오프의 핵심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K값과 편향-분산 트레이드오프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K가 작을 때 (1~3)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과적합 (Overfitting)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분산(variance)이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매우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경계가 복잡/불규칙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 잘 맞지만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일반화 성능이 낮다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K가 적당할 때 (5~15)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균형 (Balanced)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일반화 성능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안정적 결정 경계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검증으로 최적값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sqrt(N) 규칙을 시작점으로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K가 클 때 (50+)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과소적합 (Underfitting)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편향(bias)이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지역적 패턴 무시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경계가 지나치게 단순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극단적으로 K=N이면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항상 다수 클래스로만 예측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수학적 이해: MSE 분해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Consolas"/>
              </a:defRPr>
            </a:pPr>
            <a:r>
              <a:t>MSE(f_hat(x)) = Bias^2[f_hat(x)] + Var[f_hat(x)] + sigma^2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 증가  =&gt;  편향(Bias) 증가,  분산(Variance) 감소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 감소  =&gt;  편향(Bias) 감소,  분산(Variance) 증가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편향 (Bias): 모델이 데이터의 진짜 패턴을 놓치는 정도 (과소적합)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분산 (Variance): 학습 데이터에 따라 예측이 변동하는 정도 (과적합)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sigma^2: 데이터 자체의 노이즈 (줄일 수 없는 오차)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최적 K는 편향과 분산의 합을 최소화하는 지점에서 결정된다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 선택 실용적 가이드라인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1. 홀수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분류에서 동률(tie)을 방지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K=1, 3, 5, 7, 9, 11,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2. sqrt(N)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 = sqrt(N) (N은 학습 데이터 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시작점으로 사용 후 미세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3. 교차 검증 (Cross-Validation)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다양한 K값에 대해 교차 검증 수행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 K를 데이터 기반으로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[]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for k in range(1, 21):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knn = KNeighborsClassifier(n_neighbors=k)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knn.fit(X_train_scaled,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pred = knn.predict(X_test_scaled)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scores.append(accuracy_score(y_test, pred))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best_k = np.argmax(scores) + 1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Curse of Dimensionality -- Beyer et al. (1999)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집중 현상 (Distance Concentration)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4545"/>
                </a:solidFill>
                <a:latin typeface="Consolas"/>
              </a:defRPr>
            </a:pPr>
            <a:r>
              <a:t>lim (d -&gt; inf)  (D_max - D_min) / D_min  -&gt;  0  (확률적으로)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고차원에서 모든 데이터 포인트가 쿼리 포인트로부터 '거의 같은 거리'에 위치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'가장 가까운 이웃'과 '가장 먼 이웃'의 구별이 사라짐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KNN의 근본 가정 ('가까운 것이 유사하다')이 무너진다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이는 KNN 알고리즘의 가장 근본적인 한계이다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Beyer et al.(1999): 'When Is Nearest Neighbor Meaningful?'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수학적 증명의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d차원 공간에서 특성 X_1, X_2, ..., X_d가 i.i.d.이고 분산이 sigma^2인 경우: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거리의 제곱: D^2 = SUM(i=1..d) X_i^2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중심극한정리(CLT)에 의해, d가 충분히 클 때: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D^2 ~ d*mu + sqrt(d)*sigma*Z,  Z ~ N(0,1)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따라서: D ~ sqrt(d*mu)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D의 변동 폭: O(sqrt(d))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D의 평균: O(sqrt(d*mu))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=&gt; (D_max - D_min) / D_min = O(1/sqrt(d)) -&gt; 0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즉, 차원이 증가하면 모든 점들의 거리가 같은 값으로 수렴하게 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Lp 노름의 영향과 대응 방안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Lp 노름별 거리 집중 정도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증가할수록 거리 집중이 더 심해진다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L1(맨해튼) &gt; L2(유클리드) &gt; L_inf (집중 정도)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L1 노름이 고차원에서 상대적으로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L_inf 노름이 가장 심한 거리 집중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36576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572000"/>
            <a:ext cx="73152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차원 축소 (PCA, t-SNE)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유효 차원을 줄여 거리 의미 회복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864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특성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5486400"/>
            <a:ext cx="7315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관련 없는 특성 제거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436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거리 메트릭 학습 (LMNN)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594360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분류에 최적화된 거리 함수 학습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L1 노름 사용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6400800"/>
            <a:ext cx="7315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6400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L2보다 거리 집중 완화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거리 메트릭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LMNN -- Weinberger &amp; Saul (2009)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LMNN: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Large Margin Nearest Neighbor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유클리드 거리는 모든 특성을 동등하게 취급 -&gt; 분류에 중요한/중요하지 않은 특성을 구별 못함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LMNN은 분류 성능을 최적화하는 마할라노비스 거리를 데이터로부터 학습한다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6CFF"/>
                </a:solidFill>
                <a:latin typeface="Consolas"/>
              </a:defRPr>
            </a:pPr>
            <a:r>
              <a:t>d_M(x_i, x_j) = sqrt( (x_i - x_j)^T  M  (x_i - x_j)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1. 당기는 힘 (Pull)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같은 클래스의 K개 타깃 이웃을 가까이 당김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클래스 내 응집력 강화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2. 밀치는 힘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클래스의 침입자(imposters)를 멀리 밀어냄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SVM의 대규모 마진 원리와 유사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LMNN 목적 함수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Consolas"/>
              </a:defRPr>
            </a:pPr>
            <a:r>
              <a:t>min_M  (1-mu) SUM d_M^2(x_i, x_j)  +  mu SUM xi_ijl</a:t>
            </a:r>
            <a:br/>
            <a:r>
              <a:t>       [Pull: 같은 클래스 가깝게]     [Push: 다른 클래스 멀리]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제약 조건: d_M^2(x_i, x_l) - d_M^2(x_i, x_j) &gt;= 1 - xi_ijl,  xi_ijl &gt;= 0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j: x_i의 타깃 이웃 (같은 클래스)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l: 침입자 (다른 클래스)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xi_ijl: 슬랙 변수 (마진 위반 허용)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mu: Pull/Push 트레이드오프 파라미터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M은 양의 반정치(PSD) 행렬이어야 함 -&gt; 음의 고유값을 0으로 투영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LMNN 알고리즘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8580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492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LMNN 알고리즘: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1. 각 학습 포인트 x_i에 대해 같은 클래스의 K개 타깃 이웃 선정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2. 반복: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a. 현재 M으로 거리 계산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b. 다른 클래스의 침입자(imposter) 식별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c. 그래디언트 계산 및 M 업데이트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d. M의 양의 반정치성 보장 (음의 고유값을 0으로 투영)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3. 수렴 시 M 반환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LMNN의 성과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688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MNIST 숫자 인식: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1-NN 오류율: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2.97% -&gt; 1.20%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거리 함수 선택이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알고리즘 변경보다 더 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성능 향상을 가져올 수 있음!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스케일링의 중요성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거리 기반 알고리즘의 필수 전처리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미스케일링 시 발생하는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왜 스케일링이 필수인가?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와인 데이터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proline:  범위 278 ~ 1680 (스케일 매우 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hue:      범위 0.48 ~ 1.71 (스케일 매우 작음)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스케일링 없이 유클리드 거리 계산 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sqrt(delta_proline^2 + delta_hue^2)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계산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delta_proline = 100, delta_hue = 0.5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sqrt(10000 + 0.25) ~ 100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hue의 차이는 사실상 무시됨!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큰 범위의 특성이 거리를 지배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KNN은 거리 기반 알고리즘이므로, 특성 간 스케일이 다르면 큰 범위의 특성이 거리 계산을 지배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이는 모든 특성이 동등하게 기여해야 한다는 가정에 어긋남 -&gt; 스케일링 필수!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스케일러 종류 및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StandardScaler (Z-score)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mu) / sigma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0, 표준편차 1로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정규분포 데이터에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민감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MinMaxScaler (최소-최대)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(x-x_min)/(x_max-x_min)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범위로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 제한 필요 시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민감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(x-median) / 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중앙값과 사분위 범위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강건 (Robust)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 존재 시 권장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스케일러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이상치 강건성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4846320"/>
            <a:ext cx="2743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적합한 경우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평균, 표준편차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정규분포 데이터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최솟값, 최댓값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57607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범위 제한 필요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중앙값, IQR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6217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이상치 존재 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Data Leakage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테스트 데이터에 fit()을 하면 안 된다!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올바른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X_train_scaled = scaler.fit_transform(X_train)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학습 데이터: fit + transform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X_test_scaled = scaler.transform(X_test)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테스트 데이터: transform만!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잘못된 방법 (Data Leakage!)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X_train_scaled = scaler.fit_transform(X_train)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X_test_scaled = scaler.fit_transform(X_test)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테스트 데이터에도 fit() 호출!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테스트 데이터의 통계량이 모델에 노출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성능을 과대평가하게 됨!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핵심: 학습 데이터의 통계량(평균, 표준편차)으로 테스트 데이터를 변환해야 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Pipeline을 사용하면 Data Leakage를 자동으로 방지할 수 있음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효율적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KD-Tree, Ball-Tree, LSH, FAISS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KD-Tree (K-Dimensional Tree)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d차원 공간을 축 정렬 초평면으로 재귀적으로 분할하는 이진 트리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동작 원리: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1. 각 노드에서 하나의 차원을 선택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2. 중앙값(median) 기준으로 데이터 이분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3. 재귀적으로 서브트리 구성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4. 탐색 시 불필요한 서브트리 가지치기(pruning)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시간 복잡도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구축: O(N log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탐색: 평균 O(log N), 최악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d &gt; 20 이상에서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효율이 떨어져 사실상 전수 탐색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KD-Tree의 고차원 한계를 극복하기 위해 설계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축 정렬 대신 초구(hypersphere)로 공간 분할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동작 원리: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1. 데이터를 포함하는 최소 구(bounding ball) 구성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2. 가장 먼 두 점 기준으로 두 그룹 분할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3. 삼각 부등식으로 불필요한 거리 계산 건너뜀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KD-Tree보다 고차원에서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임의의 거리 메트릭에서 사용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(KD-Tree는 Lp 메트릭에 제한)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sklearn에서 algorithm='ball_tree'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ANN (근사 최근접 이웃)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대규모 데이터에서의 필수 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LSH (Locality-Sensitive Hashing)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해시 함수로 가까운 포인트들이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같은 버킷에 들어갈 확률을 높임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시간: O(1) ~ O(N^rho), rho&lt;1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코사인/유클리드 거리용 LSH 존재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FAISS (Facebook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Facebook에서 개발한 벡터 검색 라이브러리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수십억 벡터에서 밀리초 단위 검색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GPU 가속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IVF, PQ 등 다양한 인덱스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Annoy (Spotify)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Spotify에서 개발한 ANN 라이브러리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투영 트리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 매핑(mmap)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읽기 전용, 빠른 검색 최적화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탐색 알고리즘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정확도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속도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01168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차원 제약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Brute Force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46888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246888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7180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97180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평균 O(log 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297180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d &lt; 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474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347472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474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평균 O(log 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347472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3474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7764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977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397764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3977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근사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O(1)~O(N^rho)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0" y="3977640"/>
            <a:ext cx="219456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0" y="3977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해시 테이블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48056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FAISS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48056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근사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매우 빠름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4480560"/>
            <a:ext cx="219456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인덱스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92640" y="448056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4480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7548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sklearn에서 알고리즘 선택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knn = KNeighborsClassifier(n_neighbors=5, algorithm='auto')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'auto': sklearn이 데이터에 맞는 알고리즘을 자동 선택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'ball_tree', 'kd_tree', 'brute' 중 선택 가능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KNN 변형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가중 KNN, KNN 회귀, 특성 가중 KNN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가중 KNN (Weighted KNN)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y_hat = argmax_c  SUM  w_i * I(y_i = c)</a:t>
            </a:r>
            <a:br/>
            <a:r>
              <a:t>w_i = 1/d(x, x_i)  또는  w_i = 1/d(x, x_i)^2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기본 KNN: K개 이웃에 동일한 가중치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가중 KNN: 거리에 반비례하는 가중치 부여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=&gt; 가까운 이웃의 영향력이 자동으로 증가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먼 이웃의 영향력이 자동으로 감소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K값 선택에 덜 민감해짐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Guo et al.(2003): 평균 1~3% 정확도 향상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61188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sklearn에서 가중 KNN 사용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knn = KNeighborsClassifier(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n_neighbors=5,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weights='distance'  # 거리 가중치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회귀 (KNN Regression)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균일 가중 KNN 회귀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f_hat(x) = (1/K) SUM y_i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(i in N_K(x))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K개 이웃의 단순 평균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거리 가중 KNN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f_hat(x) = SUM(w_i*y_i) / SUM(w_i)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(i in N_K(x))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가까운 이웃에 더 큰 가중치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KNN 회귀의 특성: 적응적 대역폭(adaptive bandwidth)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데이터가 밀집된 영역 -&gt; 좁은 범위 사용 / 데이터가 희소한 영역 -&gt; 넓은 범위 사용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커널 회귀와 밀접한 관련 -- Altman(1992)이 체계적으로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sklearn.neighbors import KNeighborsRegressor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knn_reg = KNeighborsRegressor(n_neighbors=5, weights='distance')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특성 가중 KNN &amp; 편집된 KNN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특성 가중 KNN -- Guo et al.(2003)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d_w(x, y) = sqrt(SUM w_k (x_k-y_k)^2)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특성의 분류 관련성에 따라 가중치를 차별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w_k: k번째 특성의 가중치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정보 이득(information gain) 등으로 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편집된 KNN (Edited KNN)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데이터에서 노이즈 인스턴스를 사전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방법: 자신의 K개 이웃 중 다수와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클래스가 다른 인스턴스를 노이즈로 판정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제거 후 예측 품질 향상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502920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02920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평균 정확도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486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교차 검증 K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486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+2~5%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943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가중 KNN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5943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+1~3%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6400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6400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특성 가중 KNN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6400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6400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+2~4%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68580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6858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노이즈 제거 KNN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68580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6858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+1~3%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5편의 핵심 논문 요약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1: Cover &amp; Hart (1967)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"Nearest Neighbor Pattern Classification"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IEEE Transactions on Information Theory, Vol. 13, No. 1, pp. 21-27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1. NN 분류기의 오류율 상한 증명: R* &lt;= R*_NN &lt;= 2R*(1-R*)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2. 다중 클래스 확장: R*_NN &lt;= R*(2 - M/(M-1) * R*)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3. K-&gt;inf, K/N-&gt;0 조건에서 K-NN 오류율이 베이즈 최적에 수렴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4. 유클리드 거리뿐 아니라 임의의 메트릭 공간에서도 성립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한계: 무한한 데이터 가정, 유한 데이터에서의 수렴 속도 미다루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 차원의 저주도 논의하지 않음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2: Altman (1992)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"An Introduction to Kernel and Nearest-Neighbor Nonparametric Regression"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The American Statistician, Vol. 46, No. 3, pp. 175-185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1. 지역 가중 평균의 통합적 관점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커널 회귀(고정 대역폭) vs KNN 회귀(적응적 대역폭) 비교 분석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2. 편향-분산 트레이드오프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스무딩 파라미터(K값)가 편향과 분산에 미치는 영향을 체계적으로 설명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3. KNN의 적응적 대역폭 특성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데이터 밀집 영역: 좁은 창 / 희소 영역: 넓은 창 사용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의의: 비모수 회귀의 교육적 논문, KNN 회귀의 이론적 기반 제공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3: Beyer et al. (1999)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"When Is Nearest Neighbor Meaningful?"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International Conference on Database Theory (ICDT), pp. 217-235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1. 고차원 거리 집중 현상의 수학적 규명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lim(d-&gt;inf) (Dmax-Dmin)/Dmin -&gt; 0 (확률적으로)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2. 다양한 Lp 노름에서의 거리 집중 분석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p가 증가할수록 거리 집중이 더 심해짐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3. L1 노름(맨해튼)이 L2 노름(유클리드)보다 고차원에서 양호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4. L_inf 노름이 가장 심한 거리 집중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시사점: 고차원 데이터에서는 차원 축소/특성 선택이 필수적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4: Weinberger &amp; Saul (2009)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"Distance Metric Learning for LMNN Classification"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Journal of Machine Learning Research, 10, pp. 207-244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1. LMNN(Large Margin Nearest Neighbor) 제안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분류 성능을 최적화하는 마할라노비스 거리 학습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2. SVM의 대규모 마진 원리를 KNN에 도입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   Pull: 같은 클래스 가깝게 / Push: 다른 클래스 멀리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3. MNIST에서 인상적인 결과: 1-NN 오류율 2.97% -&gt; 1.20%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4. 적절한 거리 함수 선택이 알고리즘 변경보다 더 큰 성능 향상 가능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의의: 거리 메트릭 학습 분야의 기념비적 연구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5: Guo et al. (2003)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"KNN Model-Based Approach in Classification"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OTM Confederated International Conferences, LNCS 2888, pp. 986-996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1. 체계적 분석: K값 선택, 거리 메트릭, 가중치 방법, 투표 방법의 비교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2. 특성 가중 KNN: 각 특성의 분류 관련성에 따라 가중치를 차별적으로 부여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3. 노이즈 감소 전략: 학습 데이터에서 노이즈 인스턴스를 식별/제거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실험 결과: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교차 검증 K 선택: +2~5% / 가중 KNN: +1~3%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특성 가중 KNN: +2~4% / 노이즈 제거 KNN: +1~3%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종합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4114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논문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011680"/>
            <a:ext cx="68580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기여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468880"/>
            <a:ext cx="6858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1-NN 오류율 &lt;= 2R*(1-R*) 증명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017520"/>
            <a:ext cx="6858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 회귀의 편향-분산 분석, 적응적 대역폭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566160"/>
            <a:ext cx="6858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고차원 거리 집중, L1이 L2보다 양호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114800"/>
            <a:ext cx="6858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LMNN: 마할라노비스 거리 학습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663440"/>
            <a:ext cx="6858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663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 변형 체계적 비교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KNN 스크래치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01_knn_scratch.py -- 밑바닥부터 구현하고 sklearn과 비교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스크래치 구현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01_knn_scratch.py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구현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유클리드/맨해튼 거리 함수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KNNClassifier 클래스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균일/거리 가중치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교차 검증 최적 K 탐색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load_wine()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 클래스, 13 특성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178개 샘플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StandardScaler로 전처리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비교 실험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직접 구현 vs sklearn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 vs 맨해튼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vs 거리 가중치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K=1~20 정확도 비교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함수 구현 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euclidean_distance(x1, x2):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"""유클리드 거리 (L2 노름)"""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np.sqrt(np.sum((x1 - x2) ** 2))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manhattan_distance(x1, x2):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"""맨해튼 거리 (L1 노름)"""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np.sum(np.abs(x1 - x2))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코드 해설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유클리드: sqrt(sum((x1_i - x2_i)^2))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두 점 사이의 직선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numpy 벡터 연산으로 효율적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맨해튼: sum(|x1_i - x2_i|)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각 축 방향 절대 거리의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np.abs()로 절대값 계산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KNNClassifier: _predict_single 핵심 로직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300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_predict_single(self, x):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1단계: 모든 학습 데이터와의 거리 계산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 = [self.distance_func(x, x_train) for x_train in self.X_train]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 = np.array(distances)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2단계: 가장 가까운 K개의 이웃 인덱스 추출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k_indices = np.argsort(distances)[:self.k]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k_labels = self.y_train[k_indices]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k_distances = distances[k_indices]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3단계: 가중 투표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self.weights == 'uniform':   # 균일: 단순 다수결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counter = Counter(k_labels)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counter.most_common(1)[0][0]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elif self.weights == 'distance':   # 거리: 거리에 반비례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weights = np.where(k_distances == 0, 1e10, 1.0 / k_distances)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class_weights = {}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label, weight in zip(k_labels, weights):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class_weights[label] = class_weights.get(label, 0) + weight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max(class_weights, key=class_weights.get)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교차 검증 기반 최적 K 탐색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find_best_k(X_train, y_train, X_val, y_val,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k_range, distance_metric, weights):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scores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k in k_range: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knn = KNNClassifier(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k=k, distance_metric=distance_metric,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weights=weights)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knn.fit(X_train,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acc = knn.score(X_val, y_val)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scores.append(acc)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best_k = k_range[np.argmax(scores)]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best_k, scores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sklearn과 비교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8600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직접 구현과 sklearn의 정확도 동일 검증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4가지 설정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유클리드 + 균일 가중치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유클리드 + 거리 가중치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맨해튼 + 균일 가중치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맨해튼 + 거리 가중치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차원의 저주 실험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02_curse_of_dimensionality.py -- Beyer et al. (1999) 재현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차원의 저주 실험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02_curse_of_dimensionality.py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실험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차원별 Dmax/Dmin 비율 측정 (d=2~1000)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균일분포 vs 가우시안분포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L1(맨해튼) vs L2(유클리드) 노름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노이즈 차원 추가에 따른 KNN 성능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compute_distance_ratio(): Dmax/Dmin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compute_relative_contrast(): RDC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knn_performance_vs_dimension(): KNN 성능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20회 반복 실험으로 평균/표준편차 추정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코드: 거리 비율 계산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300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compute_distance_ratio(n_samples=500, dimensions=None, n_trials=20,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           distribution='uniform', p_norm=2):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d in dimensions: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ratios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_ in range(n_trials):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if distribution == 'uniform':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data = np.random.uniform(0, 1, size=(n_samples, d))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elif distribution == 'gaussian':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data = np.random.randn(n_samples, 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query = np.zeros(d)   # 원점을 쿼리로 사용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diff = data - query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distances = np.sum(np.abs(diff)**p_norm, axis=1)**(1.0/p_norm)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d_min = np.min(distances)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d_max = np.max(distances)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ratio = d_max / d_min if d_min &gt; 0 else np.inf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ratios.append(ratio)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mean_ratios.append(np.mean(ratios))  # d가 커질수록 1에 수렴!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실험 결과 핵심 해석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결론 1: Dmax/Dmin -&gt; 1 수렴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d=2: Dmax/Dmin &gt;&gt; 1 (거리 차이 명확)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d=1000: Dmax/Dmin -&gt; 1 (거리 차이 소멸)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NN의 의미가 사라진다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결론 2: L1이 L2보다 양호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L1(맨해튼): 상대적으로 거리 집중 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L2(유클리드): L1보다 집중이 더 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고차원에서 L1 사용 권장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결론 3: KNN 성능 급격히 하락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유효 특성 5개 고정 + 노이즈 추가 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d=5: 높은 정확도 -&gt; d=500: 대폭 하락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차원 축소/특성 선택 필수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고차원에서 KNN 사용 시 주의 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PCA, 특성 선택 등 전처리 중요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LMNN 등 거리 학습으로 완화 가능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거리 메트릭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03_distance_metric_learning.py -- LMNN 아이디어 구현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메트릭 학습 실습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03_distance_metric_learning.py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구현 메트릭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유클리드 (기본)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공분산 기반 마할라노비스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LDA 기반 메트릭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단순화된 LMNN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함수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learn_covariance_metric()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learn_lda_metric()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learn_simplified_lmnn()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knn_with_metric()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데이터 &amp;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Wine 데이터 (13 특성, 3 클래스)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K=5, 75% 학습 / 25% 테스트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메트릭별 정확도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변환된 특성 공간 시각화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공분산 기반 마할라노비스 메트릭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learn_covariance_metric(X, y):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S_W, S_B = compute_class_scatter_matrices(X,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수치 안정성을 위해 정규화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reg = 1e-4 * np.eye(S_W.shape[0])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 = np.linalg.inv(S_W + reg)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양의 반정치성 보장 (음의 고유값 제거)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eigenvalues, eigenvectors = np.linalg.eigh(M)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eigenvalues = np.maximum(eigenvalues, 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 = eigenvectors @ np.diag(eigenvalues) @ eigenvectors.T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코드 해설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S_W^(-1): 클래스 내 산포 행렬의 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S_W: 클래스 내 산포 행렬 (Within-class)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같은 클래스 내 데이터의 분산 구조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역행렬을 메트릭으로 사용하면: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분산이 큰 방향의 거리를 줄이고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분산이 작은 방향의 거리를 키움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단순화된 LMNN: 핵심 그래디언트 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30000" cy="47548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 in batch_indices: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j in target_neighbors[i]:              # 같은 클래스 이웃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diff_ij = (X[i] - X[j]).reshape(-1, 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d_ij_sq = float(diff_ij.T @ M @ diff_ij)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# Pull 손실: 같은 클래스 이웃을 가깝게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pull_grad = diff_ij @ diff_ij.T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grad += (1 - mu) * pull_grad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total_loss += (1 - mu) * d_ij_sq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l in diff_class_samples:            # 다른 클래스 포인트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diff_il = (X[i] - X[l]).reshape(-1, 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d_il_sq = float(diff_il.T @ M @ diff_il)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# Push 손실: 힌지 손실 max(0, 1 + d_ij^2 - d_il^2)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margin = 1.0 + d_ij_sq - d_il_sq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if margin &gt; 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push_grad = pull_grad - diff_il @ diff_il.T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grad += mu * push_grad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total_loss += mu * margin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학습된 메트릭으로 KNN 분류 수행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knn_with_metric(X_train, y_train, X_test, y_test, M, k=5):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M = L^T L 분해 (PSD 행렬의 분해)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eigenvalues, eigenvectors = np.linalg.eigh(M)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eigenvalues = np.maximum(eigenvalues, 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 = np.diag(np.sqrt(eigenvalues)) @ eigenvectors.T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변환된 공간에서 유클리드 KNN 수행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X_train_transformed = X_train @ L.T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X_test_transformed = X_test @ L.T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knn = KNeighborsClassifier(n_neighbors=k, metric='euclidean')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knn.fit(X_train_transformed, y_train)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마할라노비스 거리 = 변환 공간에서 유클리드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d_M(x, y) = sqrt((x-y)^T M (x-y))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= ||L(x-y)||_2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L^T L으로 분해하면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변환된 공간 Z = XL^T에서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 KNN을 수행하는 것과 동일!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응용사례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추천 시스템, 이미지 분류, 이상치 탐지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1: 추천 시스템 (Recommendation System)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사용자 기반 협업 필터링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타깃 사용자와 다른 사용자 간 유사도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가장 유사한 K명의 사용자를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K명이 높게 평가한 미시청 아이템 추천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아이템 기반 협업 필터링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아이템 간 특성 벡터로 유사도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타깃 아이템과 가장 유사한 K개 아이템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유사한 아이템을 사용자에게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실제 활용 사례: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Netflix / YouTube: 유사 사용자 그룹의 콘텐츠 추천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Amazon: '이 상품을 구매한 고객이 함께 구매한 상품'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Spotify: 청취 이력 기반 음악 추천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 = NearestNeighbors(n_neighbors=6, metric='euclidean')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knn.fit(X_scaled)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distances, indices = knn.kneighbors(query.reshape(1,-1))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indices[0][1:] 이 추천 아이템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2: 이미지 분류 (Image Classification)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원리: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이미지를 픽셀 벡터로 변환 (8x8 이미지 = 64차원)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새 이미지와 학습 이미지 사이의 거리 계산</a:t>
            </a:r>
          </a:p>
          <a:p>
            <a:pPr>
              <a:spcAft>
                <a:spcPts val="8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t>  가장 가까운 K개 이미지의 레이블로 분류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픽셀 기반 거리: 의미적 유사성 포착 불가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이동, 회전, 스케일 변환에 취약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현대적 방법(CNN)이 훨씬 뛰어남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LMNN의 기여: Weinberger &amp; Saul(2009)은 MNIST에서 적절한 거리 메트릭을 학습하여</a:t>
            </a:r>
            <a:br/>
            <a:r>
              <a:t>1-NN 오류율을 2.97% -&gt; 1.20%로 대폭 감소시킴 -- 거리 학습의 위력을 보여주는 사례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3: 이상치 탐지 (Anomaly Detection)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Consolas"/>
              </a:defRPr>
            </a:pPr>
            <a:r>
              <a:t>score(x) = (1/K) SUM d(x, x_i)   (i in N_K(x))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004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정상: 주변에 이웃이 밀집 (평균 거리 작음)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이상: 주변에 이웃이 희소 (평균 거리 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 점수 &gt; 임계값 -&gt; 이상치로 판정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2004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실제 활용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금융: 신용카드 사기 거래 탐지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제조업: 생산 공정의 불량 감지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네트워크 보안: 침입 탐지 시스템 (IDS)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의료: 비정상적인 건강 지표 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0352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knn = NearestNeighbors(n_neighbors=5); knn.fit(X_scaled)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distances, indices = knn.kneighbors(X_scaled)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anomaly_scores = distances.mean(axis=1)        # 이상 점수 = K개 이웃까지의 평균 거리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threshold = np.percentile(anomaly_scores, 95)   # 상위 5%를 이상치로 판정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요약 + 복습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6장 전체 정리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K개 최근접 이웃의 다수결/평균으로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방식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게으른 학습 -- 학습 단계 없음, 데이터 저장만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핵심 하이퍼파라미터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 (이웃 수), 거리 측정 방법, 가중치 방법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유클리드, 맨해튼, 민코프스키, 코사인, 마할라노비스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필수 전처리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결측치 처리 + 스케일링 (거리 기반이므로 반드시 필요)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Data Leakage 방지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학습: fit_transform() / 테스트: transform()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작은 K = 과적합(높은 분산) / 큰 K = 과소적합(높은 편향)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고차원에서 거리 집중으로 NN의 의미 퇴색 (Beyer 1999)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거리 메트릭 학습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474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LMNN으로 분류 최적화된 마할라노비스 거리 학습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효율적 탐색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KD-Tree, Ball-Tree (정확) / LSH, FAISS, Annoy (근사)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주요 변형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4480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가중 KNN, KNN 회귀, 특성 가중 KNN, 편집된 KNN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주요 응용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추천 시스템, 이미지 분류, 이상치 탐지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(1~5)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Q1. KNN이 '게으른 학습(Lazy Learning)'이라 불리는 이유와 이로 인한 장단점을 서술하시오.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Q2. 유클리드 거리와 맨해튼 거리의 수식을 쓰고, 고차원에서의 차이를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Beyer et al.(1999)의 결과를 근거로 논하시오.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Q3. K값이 편향-분산 트레이드오프에 미치는 영향을 설명하시오.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K=1일 때와 K=N일 때의 결정 경계는 어떤 특성을 보이는가?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Q4. 차원의 저주에서 거리 집중 현상이란? lim(d-&gt;inf)(Dmax-Dmin)/Dmin -&gt; 0이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KNN에 미치는 영향을 설명하시오.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Q5. KNN에서 특성 스케일링이 필수인 이유와 Data Leakage가 무엇인지 설명하시오.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(6~10)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Q6. 마할라노비스 거리에서 M=I일 때와 M=Sigma^(-1)일 때의 차이를 설명하시오.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Q7. LMNN의 Pull(당기는 힘)과 Push(밀치는 힘)이 각각 무엇을 의미하는지 설명하고,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SVM의 어떤 원리와 유사한지 논하시오.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Q8. Cover &amp; Hart(1967)의 결과 R* &lt;= R*_NN &lt;= 2R*(1-R*)의 의미를 설명하시오.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베이즈 최적 오류율이 10%일 때, 1-NN 오류율 상한은?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Q9. KD-Tree와 Ball-Tree를 비교하고, ANN(근사 최근접 이웃)이 필요한 이유를 논하시오.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Q10. KNN을 이상치 탐지에 활용하는 원리를 설명하시오.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 이상 점수(Anomaly Score)는 어떻게 정의되며, K값이 탐지 성능에 미치는 영향은?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6장: K-최근접 이웃 (KNN)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888899"/>
                </a:solidFill>
                <a:latin typeface="맑은 고딕"/>
              </a:defRPr>
            </a:pPr>
            <a:r>
              <a:t>참고 문헌: Cover &amp; Hart (1967), Altman (1992),</a:t>
            </a:r>
          </a:p>
          <a:p>
            <a:pPr>
              <a:spcAft>
                <a:spcPts val="600"/>
              </a:spcAft>
              <a:defRPr sz="1400">
                <a:solidFill>
                  <a:srgbClr val="888899"/>
                </a:solidFill>
                <a:latin typeface="맑은 고딕"/>
              </a:defRPr>
            </a:pPr>
            <a:r>
              <a:t>Beyer et al. (1999), Weinberger &amp; Saul (2009), Guo et al. (2003)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