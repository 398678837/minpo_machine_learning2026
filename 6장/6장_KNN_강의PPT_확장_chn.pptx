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第6章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K-近邻</a:t>
            </a:r>
            <a:br/>
            <a:r>
              <a:t>(K-Nearest Neighbors, 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비모수적 分类/回归의 最 直觉인 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1. KNN의 직관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2. 距离 측도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3. K값 选择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4. 维度灾难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5. 距离度量 学习 (LMNN)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6. 缩放의 重要성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7. 效率적 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8. KNN 변형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9. 论文 리뷰 (5편)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10. 实验: KNN 스크래치 实现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11. 实验: 维度灾难 实验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12. 实验: 距离度量 学习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13. 응용사례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14. 核心 摘要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学习 목표 (Learning 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 算法의 동작 原理和 惰性学习(Lazy Learning) 패러다임을 이해한다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欧几里得, 曼哈顿, 余弦, 马氏 등 다양한 距离 측도를 比较한다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K값 选择이 偏差-方差权衡에 미치는 영향을 分析한다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维度灾难(Curse of Dimensionality)和 距离集中 현상을 数学以/用 이해한다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LMNN을 통한 距离度量 学习의 原理和 효和를 파악한다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KD-Tree, Ball-Tree, LSH, FAISS 등 效率적 搜索 기법을 比较한다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加权 KNN, KNN 回归 등 주요 변형을 学习한다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KNN을 밑바닥从 实现하고 sklearn和 比较한다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-- 最 简单하고 강력한 假设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核心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假设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"新的 数据点의 정체를 알고 싶다면, 그 주변에 있는 邻居들을 살펴보라."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参考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영화 推荐 -&gt; 취향이 비슷한 친구들의 推荐을 参考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질병 진단 -&gt; 类似 증상을 보인 환자의 기록을 参考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KNN은 이러한 일상적 직관을 数学以/用 정식화한 算法이다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算法 동작 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新的 数据 x가 들어오면: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1) 现有的 모든 训练数据和의 距离를 计算한다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2) 距离가 最 最近的 K개의 邻居을 选择한다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3) [分类] K개 邻居의 类别 중 다수결(Majority Voting)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[回归] K개 邻居의 타깃값 均值/平均을 预测值以/用 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9202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分类 预测 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228600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y_hat = argmax_c SUM I(y_i =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N_K(x): x의 K개 近邻 索引 집합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I(.): 지시函数 (indicator function)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学习 阶段: 数据를 存储하기만 함 (O(1))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预测 阶段: 모든 训练数据和 距离 计算 (O(Nd)) -- N: 数据 수, d: 차圆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이 因为 '实例 기반 学习' 或 '内存 기반 学习'이라고도 불린다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惰性学习 vs. 积极学习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惰性学习 (Lazy)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学习 (Eager)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(数据 存储만)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参数를 学习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시점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计算이 预测 시 발생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学习된 模型로 빠르게 预测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算法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回归, SVM, 신경망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速度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(存储만)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(参数 最优화)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速度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2976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(全部 距离 计算)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内存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7548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全部 训练数据 보관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7548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参数만 보관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惰性学习의 장缺点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优点 (Advantages)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新的 训练数据 添加가 即각적 (재学习 불需要)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지역적以/用 其他的 결정 函数를 使用 可能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复杂한 결정 边界 표현이 可能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实现이 非常 简单하고 直觉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비모수적 方法以/用 数据 분포 假设이 불需要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缺点 (Disadvantages)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대량 数据中/从 预测 速度가 非常 느림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全部 训练数据를 内存에 保持해야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尺度에 非常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고차圆中/从 维度灾难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민감 (특히 小的 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理论 保证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onsolas"/>
              </a:defRPr>
            </a:pPr>
            <a:r>
              <a:t>R*  &lt;=  R*_NN  &lt;=  2 R* (1 - R*)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R*: 베이즈 最优 错误率 (理论以/用 달성 可能한 最小 错误率)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R*_NN: 1-NN 分类기의 기대 错误率 (训练数据 무한 假设)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含义: 아무런 모수 추정 없이 简单히 最 最近的 邻居의 标签을 使用하는 것만以/用도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理论以/用 可能한 最优 性能의 절반 이상을 保证받을 수 있다!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예시: 베이즈 最优 错误率이 10%일 때, 1-NN 错误率 上界 = 2 x 0.1 x 0.9 = 18%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-&gt; 비모수적 方法의 놀라운 힘을 보여주는 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"近다"를 어떻게 定义할 것인가?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欧几里得距离 (Euclidean Distance, L2 范数)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onsolas"/>
              </a:defRPr>
            </a:pPr>
            <a:r>
              <a:t>d_L2(x, y) = sqrt( SUM (x_i - y_i)^2 ) = ||x - y||_2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두 점 사이의 직선 距离 (最 널리 使用)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sklearn KNN의 默认(default) 距离 척도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연속형 수치 特征에 适合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모든 特征의 尺度이 동일할 때 最 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计算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 A(1, 2) 和 점 B(4, 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sqrt(9 + 16) = sqrt(25) =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曼哈顿距离 (Manhattan Distance, L1 范数)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onsolas"/>
              </a:defRPr>
            </a:pPr>
            <a:r>
              <a:t>d_L1(x, y) = SUM |x_i - y_i| = ||x - y||_1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각 축 방향以/用의 절대 距离의 합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격자(Grid) 形式의 경로를 따라 이동하는 距离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뉴욕 曼哈顿의 격자형 도로中/从 유래한 이름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Beyer et al.(1999) 分析: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고차圆中/从 欧几里得距离比 距离集中 현상이 较少 심함!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计算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 A(1, 2) 和 점 B(4, 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 = 3 + 4 =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민코프스키 距离 (Minkowski Distance, Lp 范数)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CFF"/>
                </a:solidFill>
                <a:latin typeface="Consolas"/>
              </a:defRPr>
            </a:pPr>
            <a:r>
              <a:t>d_Lp(x, y) = ( SUM |x_i - y_i|^p )^(1/p)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 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474720"/>
            <a:ext cx="3657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相应 距离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特征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9319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曼哈顿距离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9319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축 방향 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=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3891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欧几里得距离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직선 距离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84632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-&gt; inf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846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切比雪夫距离: max|x_i - y_i|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846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最大 차이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余弦相似度 (Cosine Similarity)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Consolas"/>
              </a:defRPr>
            </a:pPr>
            <a:r>
              <a:t>cosine_sim(x, y) = (x . y) / (||x|| ||y||)</a:t>
            </a:r>
            <a:br/>
            <a:r>
              <a:t>余弦 距离 = 1 - cosine_similarity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向量의 大小가 아닌 방향만을 考虑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텍스트 分类, 推荐系统中/从 非常 자주 使用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문서의 길이(단어 빈도의 절대적 大小)에 영향을 받지 않음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TF-IDF 向量 간 유사도 比较에 특히 适合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566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计算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 A = (3, 2, 0,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 B = (1, 0, 0,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cos(theta) = (3x1+2x0+0x0+5x0)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/ (sqrt(38) x sqrt(1))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3/sqrt(38) = 0.487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马氏距离 (Mahalanobis Distance)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Consolas"/>
              </a:defRPr>
            </a:pPr>
            <a:r>
              <a:t>d_M(x, y) = sqrt( (x-y)^T  M  (x-y)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数据의 协方差 结构를 반영한 距离 측도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 = I (단위行렬): 欧几里得距离和 동일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 = Sigma^(-1): 特征 간 상관关系 考虑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M은 正的 반정치(PSD) 行렬이어야 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Weinberger &amp; Saul(2009)의 LMNN은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分类 性能을 最优화하는 M을 学习한다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사례: 키和 몸무게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欧几里得距离: 키(cm)가 距离를 지배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키 170cm vs 175cm (차이: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몸무게 70kg vs 75kg (차이: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马氏距离: 方差/상관 考虑하여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特征의 贡献도를 적절히 조절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 측도 选择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适用场景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注意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68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欧几里得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연속형, 동일 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缩放 必需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曼哈顿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고차圆, 희소 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L2比 距离集中 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余弦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텍스트, 방향 重要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8328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大小 信息 손실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马氏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상관 特征 존재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协方差 추정 需要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메시지: 距离 측도의 选择은 KNN 性能에 결정적 영향을 미친다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数据의 特征(연속/범주, 尺度, 차圆, 상관关系)根据 적절한 距离를 选择必须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sklearn 默认은 欧几里得距离 (metric='euclidean') -- 需要 시 更改 可能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偏差-方差权衡의 核心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K값和 偏差-方差权衡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(1~3)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过拟合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方差(variance)이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非常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复杂/불规则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训练数据에 잘 맞지만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泛化 性能이 낮다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(5~15)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均衡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泛化 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결정 边界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交叉验证以/用 最优값 搜索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规则을 시작점以/用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(50+)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欠拟合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지역적 模式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지나치게 简单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극단적以/用 K=N이면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总是 다수 类别로만 预测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数学 이해: MSE 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Consolas"/>
              </a:defRPr>
            </a:pPr>
            <a:r>
              <a:t>MSE(f_hat(x)) = 偏差^2[f_hat(x)] + Var[f_hat(x)] + sigma^2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 增加  =&gt;  偏差(Bias) 增加,  方差(Variance) 减少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 减少  =&gt;  偏差(Bias) 减少,  方差(Variance) 增加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偏差 (Bias): 模型이 数据의 진짜 模式을 놓치는 程度 (欠拟合)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方差 (Variance): 训练数据根据 预测이 변동하는 程度 (过拟合)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sigma^2: 数据 자체의 노이즈 (줄일 수 없는 오차)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最优 K는 偏差和 方差의 합을 最小화하는 지점中/从 결정된다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选择 实用 가이드라인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1. 奇数 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分类中/从 동률(tie)을 방지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K=1, 3, 5, 7, 9, 11,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2. sqrt(N) 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 = sqrt(N) (N은 训练数据 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시작점以/用 使用 후 미세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3. 交叉验证 (Cross-Validation)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K값关于 交叉验证 수行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最优 K를 数据 기반以/用 选择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[]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k in range(1, 21):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knn = KNeighborsClassifier(n_neighbors=k)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knn.fit(X_train_scaled,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pred = knn.predict(X_test_scaled)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scores.append(accuracy_score(y_test, pred))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best_k = np.argmax(scores) + 1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维度灾难 -- Beyer et al. (1999)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距离集中 현상 (Distance Concentration)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545"/>
                </a:solidFill>
                <a:latin typeface="Consolas"/>
              </a:defRPr>
            </a:pPr>
            <a:r>
              <a:t>lim (d -&gt; inf)  (D_max - D_min) / D_min  -&gt;  0  (확률적以/用)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고차圆中/从 모든 数据点가 쿼리 포인트从 '거의 相同 距离'에 위치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'最 最近的 邻居'和 '最 먼 邻居'의 구별이 사라짐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KNN의 근본 假设 ('最近的 것이 유사하다')이 무너진다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이는 KNN 算法의 最 根本인 한계이다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Beyer et al.(1999): 'When Is 近邻 Meaningful?'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数学 证明의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d차圆 空间中/从 特征 X_1, X_2, ..., X_d가 i.i.d.并且 方差이 sigma^2인 情况: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距离의 제곱: D^2 = SUM(i=1..d) X_i^2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중심극한定理(CLT)에 의해, d가 충분히 클 때: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D^2 ~ d*mu + sqrt(d)*sigma*Z,  Z ~ N(0,1)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因此: D ~ sqrt(d*mu)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D의 변동 폭: O(sqrt(d))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D의 均值/平均: O(sqrt(d*mu))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=&gt; (D_max - D_min) / D_min = O(1/sqrt(d)) -&gt; 0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即, 차圆이 增加하면 모든 점들의 距离가 相同 값以/用 收敛하게 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Lp 范数의 영향和 대응 방안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Lp 范数별 距离集中 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增加할수록 距离集中이 更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L1(曼哈顿) &gt; L2(欧几里得) &gt; L_inf (집중 程度)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L1 范数이 고차圆中/从 상대적以/用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L_inf 范数이 最 심한 距离集中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572000"/>
            <a:ext cx="73152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降维 (PCA, t-SNE)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유효 차圆을 줄여 距离 含义 회복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864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特征 选择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548640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관련 없는 特征 删除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436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距离度量学习 (LMNN)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594360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分类에 最优화된 距离函数 学习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L1 范数 使用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640080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6400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L2比 距离集中 완화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距离度量 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LMNN -- Weinberger &amp; Saul (2009)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LMNN: 核心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Large Margin 近邻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欧几里得距离는 모든 特征을 동등하게 취급 -&gt; 分类에 重要한/重要하지 않은 特征을 구별 못함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LMNN은 分类 性能을 最优화하는 马氏距离를 数据从 学习한다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CFF"/>
                </a:solidFill>
                <a:latin typeface="Consolas"/>
              </a:defRPr>
            </a:pPr>
            <a:r>
              <a:t>d_M(x_i, x_j) = sqrt( (x_i - x_j)^T  M  (x_i - x_j)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1. 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相同 类别의 K개 타깃 邻居을 가까이 당김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类别 내 응집력 강화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2. 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其他的 类别의 入侵者(imposters)를 远 밀어냄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SVM의 대규모 마진 原理和 유사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 목적 函数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Consolas"/>
              </a:defRPr>
            </a:pPr>
            <a:r>
              <a:t>min_M  (1-mu) SUM d_M^2(x_i, x_j)  +  mu SUM xi_ijl</a:t>
            </a:r>
            <a:br/>
            <a:r>
              <a:t>[Pull: 相同 类别 近게]     [Push: 其他的 类别 远]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제약 条件: d_M^2(x_i, x_l) - d_M^2(x_i, x_j) &gt;= 1 - xi_ijl,  xi_ijl &gt;= 0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j: x_i의 타깃 邻居 (相同 类别)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l: 入侵者 (其他的 类别)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xi_ijl: 슬랙 变量 (마진 위반 허용)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mu: Pull/Push 트레이드오프 参数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M은 正的 반정치(PSD) 行렬이어야 함 -&gt; 负的 唯一值을 0以/用 投影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 算法 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8580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LMNN 算法: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1. 각 学习 포인트 x_i关于 相同 类别의 K개 타깃 邻居 选定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2. 迭代: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a. 현재 M以/用 距离 计算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b. 其他的 类别의 入侵者(imposter) 식별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c. 그래디언트 计算 及 M 업데이트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d. M의 正的 반정치성 保证 (负的 唯一值을 0以/用 投影)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3. 收敛 시 M 返回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LMNN의 성和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숫자 인식: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错误率: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2.97% -&gt; 1.20%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距离函数 选择이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算法 更改比 更 大的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性能 提升을 가져올 수 있음!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缩放的重要性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基于距离 算法의 必需 전处理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미缩放 시 발생하는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缩放이 必需인가?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葡萄酒 数据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proline:  范围 278 ~ 1680 (尺度 非常 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hue:      范围 0.48 ~ 1.71 (尺度 非常 작음)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缩放 없이 欧几里得距离 计算 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sqrt(delta_proline^2 + delta_hue^2)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计算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delta_proline = 100, delta_hue = 0.5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sqrt(10000 + 0.25) ~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hue의 차이는 사실상 무시됨!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大的 范围의 特征이 距离를 지배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KNN은 基于距离 算法이므로, 特征 간 尺度이 다르면 大的 范围의 特征이 距离 计算을 지배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이는 모든 特征이 동등하게 贡献必须는 假设에 어긋남 -&gt; 缩放 必需!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缩放器 类型 及 比较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 (Z-score)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0, 标准差 1로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正态分布 数据에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MinMaxScaler（最小-最大）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(x-x_min)/(x_max-x_min)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范围로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范围 제한 需要 시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(x-中位数)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中位数和 四分位 范围 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강건 (Robust)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 존재 시 권장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缩放器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标准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异常值 강건성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适合한 情况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均值/平均, 标准差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正态分布 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最小值, 最大值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范围 제한 需要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中位数, IQR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异常值 존재 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Data Leakage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测试数据에 fit()을 하면 안 된다!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올바른 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X_train_scaled = scaler.fit_transform(X_train)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训练数据: fit + transform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X_test_scaled = scaler.transform(X_test)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测试数据: transform만!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잘못된 方法 (Data Leakage!)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X_train_scaled = scaler.fit_transform(X_train)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X_test_scaled = scaler.fit_transform(X_test)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测试数据에도 fit() 调用!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测试数据의 통계량이 模型에 노출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性能을 和대평가하게 됨!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核心: 训练数据의 통계량(均值/平均, 标准差)以/用 测试数据를 转换해야 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Pipeline을 使用하면 Data Leakage를 自动以/用 방지할 수 있음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效率적 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KD-Tree, Ball-Tree, LSH, FAISS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KD-Tree (K-Dimensional 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d차圆 空间을 축 정렬 초평면以/用 재귀적以/用 분할하는 이진 트리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동작 原理: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1. 각 노드中/从 하나의 차圆을 选择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2. 中位数(median) 标准以/用 数据 이분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3. 재귀적以/用 서브트리 구성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4. 搜索 시 불需要한 서브트리 가지치기(pruning)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시간 复杂도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搜索: 均值/平均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 이상中/从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效率이 떨어져 사실상 전수 搜索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KD-Tree의 고차圆 한계를 극복하기 为了 설계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축 정렬 대신 초구(hypersphere)로 空间 분할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동작 原理: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1. 数据를 包含하는 最小 구(bounding ball) 구성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2. 最 먼 두 점 标准以/用 두 그룹 분할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3. 삼각 부등식以/用 불需要한 距离 计算 건너뜀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KD-Tree比 고차圆中/从 效率적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距离度量中/从 使用 可能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(KD-Tree는 Lp 메트릭에 제한)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sklearn中/从 algorithm='ball_tree'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ANN (근사 近邻)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대규모 数据中的 必需 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函数로 最近的 포인트들이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相同 버킷에 들어갈 확률을 높임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rho&lt;1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余弦/欧几里得距离용 LSH 존재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Facebook中/从 개발한 向量 검색 库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向量中/从 밀리초 단위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索引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Spotify中/从 개발한 ANN 库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投影 트리 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内存 매핑(mmap)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읽기 전용, 빠른 검색 最优화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搜索 算法 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内存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차圆 제약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暴力搜索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均值/平均 O(log 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d &lt; 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均值/平均 O(log 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근사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O(1)~O(N^rho)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해시 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FAISS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근사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非常 빠름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索引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44805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4480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7548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sklearn中/从 算法 选择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knn = KNeighborsClassifier(n_neighbors=5, 算法='auto')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'auto': sklearn이 数据에 맞는 算法을 自动 选择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'ball_tree', 'kd_tree', 'brute' 중 选择 可能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KNN变体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加权 KNN, KNN 回归, 特征 加权 KNN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加权 KNN (Weighted KNN)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y_hat = argmax_c  SUM  w_i * I(y_i = c)</a:t>
            </a:r>
            <a:br/>
            <a:r>
              <a:t>w_i = 1/d(x, x_i)  或  w_i = 1/d(x, x_i)^2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默认 KNN: K개 邻居에 相同的 权重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加权 KNN: 距离에 반비례하는 权重 부여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=&gt; 最近的 邻居의 영향력이 自动以/用 增加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优点: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먼 邻居의 영향력이 自动以/用 减少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K값 选择에 较少 민감해짐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Guo et al.(2003): 均值/平均 1~3% 准确率 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61188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sklearn中/从 加权 KNN 使用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knn = KNeighborsClassifier(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n_neighbors=5,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weights='distance'  # 距离 权重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回归 (KNN Regression)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균일 加权 KNN 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f_hat(x) = (1/K)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邻居의 简单 均值/平均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距离 加权 KNN 回归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最近的 邻居에 更 大的 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KNN 回归의 特征: 적응적 대역폭(adaptive bandwidth)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数据가 밀집된 영역 -&gt; 좁은 范围 使用 / 数据가 희소한 영역 -&gt; 넓은 范围 使用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커널 回归和 밀접한 관련 -- Altman(1992)이 체계적以/用 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sklearn.neighbors import KNeighborsRegressor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knn_reg = KNeighborsRegressor(n_neighbors=5, weights='distance')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特征 加权 KNN &amp; 편집된 KNN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特征 加权 KNN -- Guo et al.(2003)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 y) = sqrt(SUM w_k (x_k-y_k)^2)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特征의 分类 관련성根据 权重를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特征의 权重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信息 이득(information gain) 등以/用 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편집된 KNN (Edited KNN)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训练数据中/从 노이즈 实例를 사전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方法: 자신의 K개 邻居 중 다수和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类别가 其他的 实例를 노이즈로 判定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删除 후 预测 품질 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502920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02920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均值/平均 准确率 提升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486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交叉验证 K 选择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486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+2~5%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943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加权 KNN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943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+1~3%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6400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特征 加权 KNN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6400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+2~4%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6858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6858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노이즈 删除 KNN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6858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6858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+1~3%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论文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5편의 核心 论文 摘要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 1: Cover &amp; Hart (1967)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"近邻 Pattern 分类"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IEEE Transactions on Information Theory, Vol. 13, No. 1, pp. 21-27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贡献: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1. NN 分类기의 错误率 上界 证明: R* &lt;= R*_NN &lt;= 2R*(1-R*)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2. 다중 类别 扩展: R*_NN &lt;= R*(2 - M/(M-1) * R*)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3. K-&gt;inf, K/N-&gt;0 条件中/从 K-NN 错误率이 베이즈 最优에 收敛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4. 欧几里得距离뿐 아니라 임의의 메트릭 空间中/从도 成立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한계: 무한한 数据 假设, 유한 数据中的 收敛 速度 미다루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维度灾难도 논의하지 않음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 2: Altman (1992)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"An Introduction to Kernel and Nearest-邻居 Nonparametric 回归"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The American Statistician, Vol. 46, No. 3, pp. 175-185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贡献: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1. 지역 加权 均值/平均의 통합적 관점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커널 回归(고정 대역폭) vs KNN 回归(적응적 대역폭) 比较 分析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2. 偏差-方差权衡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스무딩 参数(K값)가 偏差和 方差에 미치는 영향을 체계적以/用 说明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3. KNN의 적응적 대역폭 特征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数据 밀집 영역: 좁은 창 / 희소 영역: 넓은 창 使用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의의: 비모수 回归의 교육적 论文, KNN 回归의 理论 기반 提供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 3: Beyer et al. (1999)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"When Is 近邻 Meaningful?"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International Conference on Database Theory (ICDT), pp. 217-235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贡献: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1. 고차圆 距离集中 현상의 数学 阐明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lim(d-&gt;inf) (Dmax-Dmin)/Dmin -&gt; 0 (확률적以/用)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2. 다양한 Lp 范数中的 距离集中 分析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p가 增加할수록 距离集中이 更 심해짐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3. L1 范数(曼哈顿)이 L2 范数(欧几里得)比 고차圆中/从 양호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4. L_inf 范数이 最 심한 距离集中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시사점: 고차圆 数据中 降维/特征 选择이 必需적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 4: Weinberger &amp; Saul (2009)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"距离度量 Learning for LMNN 分类"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Journal of Machine Learning Research, 10, pp. 207-244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贡献: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1. LMNN(Large Margin Nearest Neighbor) 提出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分类 性能을 最优화하는 马氏距离 学习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2. SVM의 대규모 마진 原理를 KNN에 도입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Pull: 相同 类别 近게 / Push: 其他的 类别 远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3. MNIST中/从 인상적인 结果: 1-NN 错误率 2.97% -&gt; 1.20%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4. 적절한 距离函数 选择이 算法 更改比 更 大的 性能 提升 可能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의의: 距离度量 学习 분야의 기념비적 연구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 5: Guo et al. (2003)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"KNN Model-Based Approach in 分类"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OTM Confederated International Conferences, LNCS 2888, pp. 986-996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核心 贡献: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1. 체계적 分析: K값 选择, 距离度量, 权重 方法, 투표 方法의 比较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2. 特征 加权 KNN: 각 特征의 分类 관련성根据 权重를 차별적以/用 부여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3. 노이즈 减少 전략: 训练数据中/从 노이즈 实例를 식별/删除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实验 结果: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交叉验证 K 选择: +2~5% / 加权 KNN: +1~3%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特征 加权 KNN: +2~4% / 노이즈 删除 KNN: +1~3%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论文 종합 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论文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011680"/>
            <a:ext cx="68580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核心 贡献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46888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1-NN 错误率 &lt;= 2R*(1-R*) 证明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017520"/>
            <a:ext cx="6858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 回归의 偏差-方差 分析, 적응적 대역폭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56616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고차圆 距离集中, L1이 L2比 양호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114800"/>
            <a:ext cx="6858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LMNN: 马氏距离 学习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66344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663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 변형 체계적 比较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实验: KNN 스크래치 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01_knn_scratch.py -- 밑바닥从 实现하고 sklearn和 比较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스크래치 实现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01_knn_scratch.py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实现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欧几里得/曼哈顿距离 函数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KNNClassifier 类别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균일/距离 权重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交叉验证 最优 K 搜索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load_wine()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 类别, 13 特征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178개 샘플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StandardScaler로 전处理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比较 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直接 实现 vs sklearn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 vs 曼哈顿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vs 距离 权重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准确率 比较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距离函数 实现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euclidean_distance(x1, x2):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"""欧几里得距离 (L2 范数)"""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np.sqrt(np.sum((x1 - x2) ** 2))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manhattan_distance(x1, x2):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"""曼哈顿距离 (L1 范数)"""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np.sum(np.abs(x1 - x2))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코드 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欧几里得: sqrt(sum((x1_i - x2_i)^2))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두 점 사이의 직선 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numpy 向量 运算以/用 效率적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曼哈顿: sum(|x1_i - x2_i|)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각 축 방향 절대 距离의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np.abs()로 절대값 计算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KNNClassifier: _predict_single 核心 로직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_predict_single(self, x):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1阶段: 모든 训练数据和의 距离 计算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 = [self.distance_func(x, x_train) for x_train in self.X_train]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 = np.array(distances)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2阶段: 最 最近的 K개의 邻居 索引 추출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k_indices = np.argsort(distances)[:self.k]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k_labels = self.y_train[k_indices]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k_distances = distances[k_indices]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3阶段: 加权投票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if self.weights == 'uniform':   # 균일: 简单 다수결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counter = Counter(k_labels)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counter.most_common(1)[0][0]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elif self.weights == 'distance':   # 距离: 距离에 반비례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weights = np.where(k_distances == 0, 1e10, 1.0 / k_distances)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class_weights = {}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label, weight in zip(k_labels, weights):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class_weights[label] = class_weights.get(label, 0) + 权重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max(class_weights, key=class_weights.get)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交叉验证 기반 最优 K 搜索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find_best_k(X_train, y_train, X_val, y_val,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k_range, distance_metric, weights):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scores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k in k_range: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KNNClassifier(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k=k, distance_metric=distance_metric,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weights=weights)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knn.fit(X_train,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acc = knn.score(X_val, y_val)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scores.append(acc)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best_k = k_range[np.argmax(scores)]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best_k,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sklearn和 比较 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8600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直接 实现和 sklearn의 准确率 동일 검증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4가지 设置 比较: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 + 균일 权重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 + 距离 权重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曼哈顿 + 균일 权重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曼哈顿 + 距离 权重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实验: 维度灾难 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02_curse_of_dimensionality.py -- Beyer et al. (1999) 再现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维度灾难 实验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02_curse_of_dimensionality.py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实验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차圆별 Dmax/Dmin 比例 测量 (d=2~1000)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균일분포 vs 가우시안분포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L1(曼哈顿) vs L2(欧几里得) 范数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노이즈 차圆 添加에 따른 KNN 性能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核心 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compute_distance_ratio(): Dmax/Dmin 比例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compute_relative_contrast(): RDC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knn_performance_vs_dimension(): KNN 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20회 迭代 实验以/用 均值/平均/标准差 추정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코드: 距离 比例 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compute_distance_ratio(n_samples=500, dimensions=None, n_trials=20,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distribution='uniform', p_norm=2):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d in dimensions: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ratios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_ in range(n_trials):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if distribution == 'uniform':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 = np.random.uniform(0, 1, size=(n_samples, d))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elif distribution == 'gaussian':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 = np.random.randn(n_samples, 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query = np.zeros(d)   # 圆점을 쿼리로 使用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diff = data - query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 = np.sum(np.abs(diff)**p_norm, axis=1)**(1.0/p_norm)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d_min = np.min(distances)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d_max = np.max(distances)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ratio = d_max / d_min if d_min &gt; 0 else np.inf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ratios.append(ratio)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mean_ratios.append(np.mean(ratios))  # d가 커질수록 1에 收敛!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 结果 核心 해석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결론 1: Dmax/Dmin -&gt; 1 收敛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d=2: Dmax/Dmin &gt;&gt; 1 (距离 차이 명확)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d=1000: Dmax/Dmin -&gt; 1 (距离 차이 소멸)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NN의 含义가 사라진다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결론 2: L1이 L2比 양호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L1(曼哈顿): 상대적以/用 距离集中 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L2(欧几里得): L1比 집중이 更 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고차圆中/从 L1 使用 권장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결론 3: KNN 性能 급격히 하락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유효 特征 5개 고정 + 노이즈 添加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d=5: 高的 准确率 -&gt; d=500: 대폭 하락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降维/特征 选择 必需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고차圆中/从 KNN 使用 시 注意 必需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PCA, 特征 选择 등 전处理 重要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LMNN 등 距离 学习以/用 완화 可能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实验: 距离度量 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03_distance_metric_learning.py -- LMNN 아이디어 实现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距离度量 学习 实验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03_distance_metric_learning.py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实现 메트릭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欧几里得 (默认)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协方差 기반 马氏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简单화된 LMNN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核心 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learn_covariance_metric()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learn_lda_metric()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learn_simplified_lmnn()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knn_with_metric()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数据 &amp; 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Wine 数据 (13 特征, 3 类别)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K=5, 75% 学习 / 25% 테스트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메트릭별 准确率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转换된 特征 空间 可视化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协方差 기반 马氏 메트릭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learn_covariance_metric(X, y):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S_W, S_B = compute_class_scatter_matrices(X,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수치 안정성을 为了 归一化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reg = 1e-4 * np.eye(S_W.shape[0])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 = np.linalg.inv(S_W + reg)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正的 반정치성 保证 (负的 唯一值 删除)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eigenvalues, eigenvectors = np.linalg.eigh(M)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eigenvalues = np.maximum(eigenvalues, 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 = eigenvectors @ np.diag(eigenvalues) @ eigenvectors.T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코드 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S_W^(-1): 类别 내 산포 行렬의 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S_W: 类别 내 산포 行렬 (Within-class)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相同 类别 내 数据의 方差 结构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역行렬을 메트릭以/用 使用하면: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方差이 大的 방향의 距离를 줄并且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方差이 小的 방향의 距离를 키움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简单화된 LMNN: 核心 그래디언트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7548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 in batch_indices: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j in target_neighbors[i]:              # 相同 类别 邻居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diff_ij = (X[i] - X[j]).reshape(-1, 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d_ij_sq = float(diff_ij.T @ M @ diff_ij)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Pull 손실: 相同 类别 邻居을 近게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pull_grad = diff_ij @ diff_ij.T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grad += (1 - mu) * pull_grad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total_loss += (1 - mu) * d_ij_sq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l in diff_class_samples:            # 其他的 类别 포인트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diff_il = (X[i] - X[l]).reshape(-1, 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d_il_sq = float(diff_il.T @ M @ diff_il)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Push 손실: 힌지 손실 max(0, 1 + d_ij^2 - d_il^2)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margin = 1.0 + d_ij_sq - d_il_sq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if margin &gt; 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push_grad = pull_grad - diff_il @ diff_il.T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grad += mu * push_grad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total_loss += mu * margin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学习된 메트릭以/用 KNN 分类 수行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knn_with_metric(X_train, y_train, X_test, y_test, M, k=5):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M = L^T L 分解 (PSD 行렬의 分解)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eigenvalues, eigenvectors = np.linalg.eigh(M)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eigenvalues = np.maximum(eigenvalues, 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 = np.diag(np.sqrt(eigenvalues)) @ eigenvectors.T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转换된 空间中/从 欧几里得 KNN 수行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X_train_transformed = X_train @ 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X_test_transformed = X_test @ 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KNeighborsClassifier(n_neighbors=k, 度量='euclidean')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knn.fit(X_train_transformed, y_train)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马氏距离 = 转换 空间中/从 欧几里得距离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 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= ||L(x-y)||_2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L^T L以/用 分解하면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转换된 空间 Z = XL^T中/从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 KNN을 수行하는 것和 동일!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推荐系统, 已经지 分类, 异常检测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推荐系统 (Recommendation System)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使用자 기반 협업 필터링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使用자和 其他的 使用자 간 유사도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最 类似 K명의 使用자를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미시청 아이템 推荐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아이템 기반 협업 필터링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特征 向量로 유사도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아이템和 最 类似 K개 아이템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类似 아이템을 使用자给 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实际 应用 사례: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Netflix / YouTube: 유사 使用자 그룹의 콘텐츠 推荐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Amazon: '이 商品을 购买한 客户이 함께 购买한 商品'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Spotify: 청취 이력 기반 음악 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NearestNeighbors(n_neighbors=6, 度量='euclidean')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knn.fit(X_scaled)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distances, indices = knn.kneighbors(query.reshape(1,-1))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indices[0][1:] 이 推荐 아이템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2: 已经지 分类 (Image Classification)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原理: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已经지를 픽셀 向量로 转换 (8x8 已经지 = 64차圆)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새 已经지和 学习 已经지 사이의 距离 计算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最 最近的 K개 已经지의 标签로 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픽셀 기반 距离: 含义적 유사성 포착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이동, 회전, 尺度 转换에 취약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현대적 方法(CNN)이 훨씬 뛰어남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LMNN의 贡献: Weinberger &amp; Saul(2009)은 MNIST中/从 적절한 距离度量을 学习하여</a:t>
            </a:r>
            <a:br/>
            <a:r>
              <a:t>1-NN 错误率을 2.97% -&gt; 1.20%로 대폭 减少시킴 -- 距离 学习의 위력을 보여주는 사례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3: 异常检测 (Anomaly Detection)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Consolas"/>
              </a:defRPr>
            </a:pPr>
            <a:r>
              <a:t>score(x) = (1/K) SUM d(x, x_i)   (i in N_K(x))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004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정상: 주변에 邻居이 밀집 (均值/平均 距离 작음)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이상: 주변에 邻居이 희소 (均值/平均 距离 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异常分数 &gt; 阈值 -&gt; 异常值로 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2004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实际应用案例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금융: 信用卡欺诈交易检测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제조업: 생산 공定义 불량 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네트워크 보안: 入侵检测系统 (IDS)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의료: 비정상적인 건강 지표 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035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NearestNeighbors(n_neighbors=5); knn.fit(X_scaled)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distances, indices = knn.kneighbors(X_scaled)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anomaly_scores = distances.mean(axis=1)        # 异常分数 = K개 邻居到的 均值/平均 距离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threshold = np.percentile(anomaly_scores, 95)   # 상위 5%를 异常值로 判定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核心 摘要 + 복습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6장 全部 定理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摘要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K개 近邻의 다수결/均值/平均以/用 预测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惰性学习 -- 学习 阶段 없음, 数据 存储만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核心 超参数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 (邻居 수), 距离度量 方法, 权重 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欧几里得, 曼哈顿, 민코프스키, 余弦, 马氏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必需 전处理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缺失值 处理 + 缩放 (基于距离이므로 必须 需要)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Data Leakage 방지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学习: fit_transform() / 테스트: transform()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摘要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小的 K = 过拟合(高的 方差) / 大的 K = 欠拟合(高的 偏差)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고차圆中/从 距离集中以/用 NN의 含义 퇴색 (Beyer 1999)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距离度量 学习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LMNN以/用 分类 最优화된 马氏距离 学习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效率적 搜索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加权 KNN, KNN 回归, 特征 加权 KNN, 편집된 KNN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推荐系统, 已经지 分类, 异常检测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(1~5)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Q1. KNN이 '惰性学习(Lazy Learning)'이라 불리는 이유和 이로 인한 장缺点을 서술하시오.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Q2. 欧几里得距离和 曼哈顿距离의 公式을 쓰고, 고차圆中的 차이를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Beyer et al.(1999)의 结果를 근거로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Q3. K값이 偏差-方差权衡에 미치는 영향을 说明하시오.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K=1일 때和 K=N일 때의 결정 边界는 어떤 特征을 보이는가?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Q4. 维度灾难中/从 距离集中 현상이란? lim(d-&gt;inf)(Dmax-Dmin)/Dmin -&gt; 0이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KNN에 미치는 영향을 说明하시오.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Q5. KNN中/从 特征 缩放이 必需인 이유和 Data Leakage가 무엇인지 说明하시오.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(6~10)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Q6. 马氏距离中/从 M=I일 때和 M=Sigma^(-1)일 때의 차이를 说明하시오.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Q7. LMNN의 Pull(당기는 힘)和 Push(밀치는 힘)이 分别 무엇을 含义하는지 说明하고,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SVM의 어떤 原理和 类似지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Q8. Cover &amp; Hart(1967)의 结果 R* &lt;= R*_NN &lt;= 2R*(1-R*)의 含义를 说明하시오.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베이즈 最优 错误率이 10%일 때, 1-NN 错误率 上界은?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Q9. KD-Tree和 Ball-Tree를 比较하고, ANN(근사 近邻)이 需要한 이유를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Q10. KNN을 异常检测에 应用하는 原理를 说明하시오.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异常分数(Anomaly Score)는 어떻게 定义되며, K값이 탐지 性能에 미치는 영향은?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谢谢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6장: K-近邻 (KNN)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888899"/>
                </a:solidFill>
                <a:latin typeface="맑은 고딕"/>
              </a:defRPr>
            </a:pPr>
            <a:r>
              <a:t>参考 문헌: Cover &amp; Hart (1967), Altman (1992),</a:t>
            </a:r>
          </a:p>
          <a:p>
            <a:pPr>
              <a:spcAft>
                <a:spcPts val="600"/>
              </a:spcAft>
              <a:defRPr sz="1400">
                <a:solidFill>
                  <a:srgbClr val="888899"/>
                </a:solidFill>
                <a:latin typeface="맑은 고딕"/>
              </a:defRPr>
            </a:pPr>
            <a:r>
              <a:t>Beyer et al. (1999), Weinberger &amp; Saul (2009), Guo et al. (2003)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