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K-최근접 이웃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K-Nearest Neighbors (KNN)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476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Lazy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Distance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Curse of Dimensionality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99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Metric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6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게으른 학습, 다수결 원리, 이론적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유클리드, 맨해튼, 민코프스키, 코사인, 마할라노비스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트레이드오프, 교차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거리 집중 현상, Beyer et al. (1999)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거리 메트릭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LMNN, Weinberger &amp; Saul (2009)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스케일링 &amp; 전처리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Data Leakage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효율적 탐색 &amp; 변형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KD-Tree, Ball-Tree, ANN, 가중 KNN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응용 사례 &amp; 실습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추천 시스템, 이상치 탐지, 스크래치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"새로운 데이터 포인트의 정체를 알고 싶다면, 그 주변에 있는 이웃들을 살펴보라."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KNN 알고리즘 동작 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1) 기존 모든 학습 데이터와의 거리를 계산한다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2) 거리가 가장 가까운 K개의 이웃을 선택한다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3) [분류] K개 이웃의 클래스 중 다수결로 결정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[회귀] K개 이웃의 타깃값 평균을 예측값으로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분류 예측 수식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y_hat = argmax_c  SUM [ 1(y_i = c) ]  for i in N_K(x)</a:t>
            </a:r>
            <a:br/>
            <a:br/>
            <a:r>
              <a:t>N_K(x): 쿼리 포인트 x의 K개 최근접 이웃 인덱스 집합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93776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일상의 비유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참고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영화 추천 -&gt; 취향 비슷한 친구들의 의견 참고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진단 -&gt; 유사한 환자 사례를 참고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게으른 학습 vs 적극적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Lazy Learning vs. Eager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게으른 학습 (Lazy)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학습 (Eager)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(데이터 저장만)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파라미터를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계산이 예측 시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학습된 모델로 빠르게 예측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회귀, SVM, 신경망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속도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- 저장만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(파라미터 최적화)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속도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- 전체 거리 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메모리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전체 학습 데이터 보관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파라미터만 보관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Cover &amp; Hart (1967) 이론적 보장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R* &lt;= R*_NN &lt;= 2R*(1 - R*)  |  1-NN의 오류율은 베이즈 최적 오류율의 2배를 넘지 않는다 (무한 데이터 가정)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측도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유클리드 거리 &amp; 맨해튼 거리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유클리드 거리 (Euclidean Distance, L2)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SUM (xi - yi)^2 )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점 사이의 직선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KNN의 기본(default) 거리 척도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거리에서 p=2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A(1,2)와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sqrt(9 + 16) = sqrt(25) = 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수치 특성에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특성의 스케일이 동일할 때 효과적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맨해튼 거리 (Manhattan Distance, 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SUM |xi - yi|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축 방향 절대 거리의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격자(Grid) 형태의 경로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거리에서 p=1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A(1,2)와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3 + 4 = 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뉴욕 맨해튼의 격자형 도로에서 유래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고차원에서 L2보다 거리 집중이 덜 심함 (Beyer et al.)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측도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민코프스키, 코사인 유사도, 마할라노비스 거리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민코프스키 거리 (Lp)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d(x,y) = ( SUM |xi-yi|^p )^(1/p)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p=1 : 맨해튼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p=2 : 유클리드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p-&gt;inf : 체비셰프 거리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코사인 유사도 (Cosine)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cos(x,y) = (x . y) / (||x|| ||y||)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벡터의 방향만 고려 (크기 무시)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분류, 추천 시스템에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 벡터 비교에 특히 효과적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마할라노비스 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M=I : 유클리드 거리와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데이터의 공분산 구조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LMNN에서 M을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거리 측도 선택 가이드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937760"/>
            <a:ext cx="41148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956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937760"/>
            <a:ext cx="374903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956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주의 사항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5349240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349240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76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유클리드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3766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연속형, 동일 스케일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76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스케일링 필수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96712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5696712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5696712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241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맨해튼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7241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고차원, 희소 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724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L2보다 거리 집중 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44184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6044184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6044184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716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코사인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0716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텍스트, 방향 중요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071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크기 정보 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91656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49039" y="6391656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6391656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19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마할라노비스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64190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상관 특성 존재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4190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공분산 추정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 (Bias-Variance Tradeoff)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(K=1~3)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과적합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매우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복잡/불규칙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데이터에만 잘 맞음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일반화 성능 낮음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(K=5~15)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균형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일반화 성능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성능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편향과 분산의 균형점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검증으로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이상적인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(K=50+)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과소적합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 패턴(Local Pattern)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지나치게 단순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K=N이면 항상 다수 클래스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 성능 저하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7607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기대 예측 오차 분해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MSE(f_hat(x)) = Bias^2[f_hat(x)] + Var[f_hat(x)] + sigma^2</a:t>
            </a:r>
            <a:br/>
            <a:r>
              <a:t>K 증가 -&gt; 편향 증가, 분산 감소  /  K 감소 -&gt; 편향 감소, 분산 증가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K값 선택 실용적 가이드라인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29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홀수(Odd) 사용 -&gt; 동률(tie) 방지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규칙: K = sqrt(N)을 시작점으로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검증(Cross-Validation)으로 최적값 탐색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범위에서 정확도 그래프 그려보기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Curse of Dimensionality - Beyer et al. (1999)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거리 집중 현상 (Distance Concentration)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lim (d-&gt;inf) (D_max - D_min) / D_min -&gt; 0</a:t>
            </a:r>
            <a:br/>
            <a:br/>
            <a:r>
              <a:t>고차원에서 모든 데이터 포인트가 쿼리 포인트로부터</a:t>
            </a:r>
            <a:br/>
            <a:r>
              <a:t>"거의 같은 거리"에 위치하게 됨</a:t>
            </a:r>
            <a:br/>
            <a:r>
              <a:t>-&gt; '가장 가까운 이웃'의 의미가 퇴색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수학적 직관 (CLT 기반)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X1,...,Xd가 i.i.d., 분산 sigma^2인 경우: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D^2 = SUM Xi^2 ~ d*mu + sqrt(d)*sigma*Z  (CLT)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~ sqrt(d*mu), 변동 폭 ~ O(sqrt(d))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 / D_min = O(1/sqrt(d)) -&gt; 0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차원이 증가하면 모든 점들의 거리가 같은 값으로 수렴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Lp 노름의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Beyer et al. 핵심 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증가할수록 거리 집중이 더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(맨해튼)이 L2 (유클리드)보다 고차원에서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L_inf 가 가장 심한 거리 집중을 보인다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따라서 고차원에서는 L1 노름을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실용적 대응 방안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해결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 축소 (PCA, t-SNE) - 유효 차원을 줄여 거리 의미 회복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선택 (Feature Selection) - 관련 없는 특성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메트릭 학습 (LMNN) - 분류 최적화된 거리 함수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노름 사용 - L2보다 거리 집중 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메트릭 학습 (LMNN)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유클리드 거리는 모든 특성을 동등하게 취급하지만,</a:t>
            </a:r>
            <a:br/>
            <a:r>
              <a:t>분류에 중요한 특성과 그렇지 않은 특성은 다르다.</a:t>
            </a:r>
            <a:br/>
            <a:r>
              <a:t>LMNN은 분류 성능을 최적화하는 마할라노비스 거리 M을 학습한다.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클래스의 K개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타깃 이웃(target neighbors)을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가까이 당긴다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(1-mu) * SUM d_M^2(xi, xj)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2918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클래스의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침입자(imposters)를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멀리 밀어낸다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 * SUM xi_ijl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LMNN 목적 함수 &amp; 제약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min_M  (1-mu)*SUM d_M^2(xi,xj) + mu*SUM xi_ijl</a:t>
            </a:r>
            <a:br/>
            <a:r>
              <a:t>s.t.  d_M^2(xi,xl) - d_M^2(xi,xj) &gt;= 1 - xi_ijl,  xi_ijl &gt;= 0</a:t>
            </a:r>
            <a:br/>
            <a:r>
              <a:t>j: 타깃 이웃 (같은 클래스),  l: 침입자 (다른 클래스)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LMNN 알고리즘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학습 포인트에 같은 클래스 K개 타깃 이웃 선정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반복: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a. 현재 M으로 거리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b. 다른 클래스 침입자(imposter)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c. 그래디언트 계산 및 M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d. M의 양의 반정치성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(음의 고유값을 0으로 투영)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수렴 시 M 반환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3776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LMNN의 성과 (MNIST)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오류율: 2.97% -&gt; 1.20% (약 60% 감소)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원리를 KNN에 성공적으로 도입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거리 함수 선택이 알고리즘 변경보다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큰 성능 향상을 가져올 수 있음을 입증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스케일링의 중요성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Feature Scaling for Distance-Based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스케일링이 필요한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와인 데이터 예시:</a:t>
            </a:r>
            <a:br/>
            <a:r>
              <a:t>  proline: 범위 278 ~ 1680 (매우 큼)</a:t>
            </a:r>
            <a:br/>
            <a:r>
              <a:t>  hue:     범위 0.48 ~ 1.71 (매우 작음)</a:t>
            </a:r>
            <a:br/>
            <a:br/>
            <a:r>
              <a:t>스케일링 없이 유클리드 거리를 계산하면</a:t>
            </a:r>
            <a:br/>
            <a:r>
              <a:t>proline이 거리를 지배, hue는 사실상 무시됨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 (표준화)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mean) / std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0, 표준편차 1로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데이터에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 (낮은 강건성)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MinMaxScaler (최소-최대)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min) / (max - 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범위로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 제한이 필요할 때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 (낮은 강건성)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RobustScaler (로버스트)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median)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 = Q3 - Q1 (사분위 범위)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이상치(Outlier)가 많은 데이터에 효과적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높은 강건성 (중앙값, IQR 기반)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Data Leakage 방지 (매우 중요!)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[올바른 방법]</a:t>
            </a:r>
            <a:br/>
            <a:r>
              <a:t>  학습 데이터: fit_transform() -&gt; 통계량 학습 + 변환</a:t>
            </a:r>
            <a:br/>
            <a:r>
              <a:t>  테스트 데이터: transform() -&gt; 학습 통계량으로 변환만</a:t>
            </a:r>
            <a:br/>
            <a:br/>
            <a:r>
              <a:t>[잘못된 방법] - Data Leakage!</a:t>
            </a:r>
            <a:br/>
            <a:r>
              <a:t>  테스트 데이터에도 fit_transform() 사용 -&gt; 과대평가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올바른 파이프라인:  학습 데이터 --fit_transform()--&gt; 스케일링된 학습 데이터  |  (통계량 저장)  |  테스트 데이터 --transform()--&gt; 스케일링된 테스트 데이터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전처리: 결측치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Missing Value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결측치 확인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          # 각 셀 True/False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data.isna().sum()     # 각 열의 결측치 개수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data.isna().mean()    # 각 열의 결측치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행 삭제: 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포함 행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data.dropna()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간단하고 빠르다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데이터 손실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비율 5% 미만일 때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(2) 열 삭제: drop()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결측치가 너무 많은 열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data.drop(['col'], axis=1)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비율 40~50% 이상일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해당 특성 자체가 불필요 판단 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(3) 값 대체: fillna()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결측치를 특정 값으로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평균(Mean): 정규분포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중앙값(Median): 이상치에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최빈값(Mode): 범주형 변수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data.fillna(data.median())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KNN에서 결측치 처리가 필수인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KNN은 거리 기반 알고리즘이므로</a:t>
            </a:r>
            <a:br/>
            <a:r>
              <a:t>결측치(NaN)가 있으면 거리 계산 자체가 불가능</a:t>
            </a:r>
            <a:br/>
            <a:r>
              <a:t>-&gt; 반드시 전처리 단계에서 처리해야 한다</a:t>
            </a:r>
            <a:br/>
            <a:br/>
            <a:r>
              <a:t>와인 실습: data.fillna(data.median(), inplace=True)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대체 방법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평균(Mean): 이상치에 민감, 정규분포에 적합  |  중앙값(Median): 이상치에 강건, 이상치 존재 시 추천  |  최빈값(Mode): 범주형 데이터  |  특정 값(-99, 0): 결측 자체에 의미가 있을 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효율적 탐색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KD-Tree, Ball-Tree, ANN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축 정렬 초평면으로 재귀 분할하는 이진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노드에서 중앙값 기준 이분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가지치기(pruning)로 탐색 범위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탐색: 평균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20에서 효율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초구(hypersphere)로 공간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KD-Tree의 고차원 한계 극복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먼 두 점 기준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삼각 부등식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KD-Tree보다 고차원에서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거리 메트릭 사용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Brute Force (전수 탐색)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데이터와의 거리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 복잡도: O(Nd)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정확도 100%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데이터에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sklearn에서 algorithm='brute'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차원이 높으면 오히려 효율적일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ANN (Approximate Nearest Neighbor) 방법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함수로 가까운 점들을 같은 버킷에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 &lt;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코사인/유클리드 거리 LSH 패밀리 존재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93776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벡터에서 밀리초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인덱스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93776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투영 트리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 매핑(mmap)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 구축 후 빠른 검색 최적화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Weighted KNN, KNN Regression, Feature-Weighted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가중 KNN (Weighted 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거리에 반비례하는 가중치 부여: w_i = 1/d(x, x_i)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가까운 이웃의 영향력을 키운다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K값 선택에 덜 민감해진다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al.(2003): 평균 1~3% 정확도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KNeighborsClassifier(weights='distance')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(2) KNN 회귀 (KNN Regression)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연속값 예측에 KNN 적용 - Altman(1992)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가중: f_hat(x) = (1/K) *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가중: 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적응적 대역폭(adaptive bandwidth) 특성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KNeighborsRegressor(weights='distance')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(3) 특성 가중 KNN (Feature-Weighted)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특성의 분류 관련성에 따라 가중치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d_w(x,y) = sqrt( SUM w_k*(x_k - y_k)^2 )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특성 가중치 (정보 이득 등으로 결정)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2~4% 정확도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(4) 편집된 KNN (Edited KNN)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데이터에서 노이즈 인스턴스 사전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자신의 K개 이웃 중 다수와 클래스가 다른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인스턴스를 노이즈로 판정하고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품질 향상 + 저장 공간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1~3% 정확도 향상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장단점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Advantages &amp; Disadvantages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장점 (Advantages)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단순하고 직관적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알고리즘 원리가 간단하여 이해와 구현이 쉽다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학습 과정 불필요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별도의 모델 훈련이 필요 없다 (데이터 저장만)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다중 클래스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자연스럽게 여러 클래스로의 분류가 가능하다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비선형 결정 경계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복잡한 결정 경계를 표현할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분류/회귀 모두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같은 원리로 두 문제 모두 적용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단점 (Disadvantages)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13716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46888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느린 예측 속도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예측 시 모든 데이터와의 거리 계산 필요 O(Nd)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4612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높은 메모리 요구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전체 학습 데이터를 메모리에 보관해야 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2336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특성이 많아지면 거리 집중으로 성능 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0060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스케일에 민감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특성 간 스케일 차이가 결과를 왜곡한다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57784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23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불균형 데이터에 취약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다수 클래스에 편향된 예측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KNeighborsClassifier 주요 하이퍼파라미터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API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57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256032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n_neighbors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70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이웃의 수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320040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320040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10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'uniform'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101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'uniform': 동일 가중치 / 'distance': 거리에 반비례 가중치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384048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84048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'minkowski'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50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거리 측정 방법 (euclidean, manhattan, cosine 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448056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448056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90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9028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민코프스키 거리의 p값 (1: 맨해튼, 2: 유클리드)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512064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512064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30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30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'auto'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3036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이웃 탐색 알고리즘 (auto, ball_tree, kd_tree, brute)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knn = KNeighborsClassifier(n_neighbors=5, weights='distance', metric='minkowski', p=2, algorithm='auto')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 / 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"Nearest Neighbor Pattern Classification"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IEEE Trans. on Information Theory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[핵심 기여]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NN 분류기 오류율 상한 증명: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 &lt;= R*_NN &lt;= 2R*(1 -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다중 클래스 확장: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R*_NN &lt;= R*(2 - M/(M-1) *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K-NN 일반화: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K-&gt;inf, K/N-&gt;0이면 베이즈 최적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임의의 메트릭 공간에서도 성립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[한계] 무한 데이터 가정, 차원의 저주 미논의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"When Is Nearest Neighbor Meaningful?"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ICDT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[핵심 기여]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거리 집중 현상 수학적 규명: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lim (D_max-D_min)/D_min -&gt; 0 (d-&gt;inf)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i.i.d. 특성 가정 하에서: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(D_max-D_min)/D_min = O(1/sqrt(d))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Lp 노름 분석: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L1이 L2보다 고차원에서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p가 클수록 거리 집중이 심해짐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[의의] KNN의 근본적 한계를 이론적으로 규명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 / Altman (1992) / Guo et al. (2003)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"Distance Metric Learning for LMNN"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JMLR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마할라노비스 거리 학습 (LMNN)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-&gt; KNN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 (같은 클래스 가깝게)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 (다른 클래스 멀리)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오류 2.97% -&gt; 1.20%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"Kernel and NN Nonparametric Regression"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 American Statistician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커널 회귀와 KNN 회귀를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통합적 프레임워크에서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편향-분산 트레이드오프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KNN의 적응적 대역폭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(밀집=좁은 창, 희소=넓은 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"KNN Model-Based Approach"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OTM Conferences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변형의 체계적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 K 선택: +2~5%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KNN: +1~3%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가중 KNN: +2~4%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 제거 KNN: +1~3%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5편 논문의 핵심 메시지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Cover &amp; Hart (1967): KNN은 이론적으로 강력한 보장을 가진 알고리즘이다 (베이즈 최적의 2배 이내)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(1999): 고차원에서 KNN의 근본적 한계를 인지해야 한다 (거리 집중 현상)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(2009): 거리 함수를 학습하면 KNN 성능이 극적으로 향상된다 (LMNN)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Altman (1992) &amp; Guo et al. (2003): KNN의 다양한 변형과 튜닝으로 실용적 성능을 높일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KNN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 Classifier from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구현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거리 / 맨해튼 거리 기반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가중치 / 거리 가중치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 기반 최적 K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KNeighborsClassifier와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데이터: sklearn load_wine() (3 클래스, 13 특성)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구현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학습 데이터 저장만 수행 (게으른 학습)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_predict_single(): 전체 거리 계산 -&gt; K개 선택 -&gt;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Counter를 활용한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가중치: w = 1/d (거리 0일 때 처리 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sklearn과 동일한 결과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핵심 코드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class KNNClassifier:</a:t>
            </a:r>
            <a:br/>
            <a:r>
              <a:t>    def fit(self, X, y):</a:t>
            </a:r>
            <a:br/>
            <a:r>
              <a:t>        self.X_train = X  # 저장만!</a:t>
            </a:r>
            <a:br/>
            <a:r>
              <a:t>        self.y_train = y</a:t>
            </a:r>
            <a:br/>
            <a:br/>
            <a:r>
              <a:t>    def _predict_single(self, x):</a:t>
            </a:r>
            <a:br/>
            <a:r>
              <a:t>        distances = [d(x, x_i) for x_i in self.X_train]</a:t>
            </a:r>
            <a:br/>
            <a:r>
              <a:t>        k_idx = argsort(distances)[:self.k]</a:t>
            </a:r>
            <a:br/>
            <a:r>
              <a:t>        k_labels = self.y_train[k_idx]</a:t>
            </a:r>
            <a:br/>
            <a:r>
              <a:t>        return Counter(k_labels).most_common(1)[0][0]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# 거리 함수</a:t>
            </a:r>
            <a:br/>
            <a:r>
              <a:t>def euclidean_distance(x1, x2):</a:t>
            </a:r>
            <a:br/>
            <a:r>
              <a:t>    return sqrt(sum((x1 - x2)**2))</a:t>
            </a:r>
            <a:br/>
            <a:br/>
            <a:r>
              <a:t>def manhattan_distance(x1, x2):</a:t>
            </a:r>
            <a:br/>
            <a:r>
              <a:t>    return sum(abs(x1 - x2))</a:t>
            </a:r>
            <a:br/>
            <a:br/>
            <a:r>
              <a:t># 최적 K 탐색</a:t>
            </a:r>
            <a:br/>
            <a:r>
              <a:t>for k in range(1, 21):</a:t>
            </a:r>
            <a:br/>
            <a:r>
              <a:t>    knn = KNNClassifier(k=k)</a:t>
            </a:r>
            <a:br/>
            <a:r>
              <a:t>    knn.fit(X_train, y_train)</a:t>
            </a:r>
            <a:br/>
            <a:r>
              <a:t>    scores.append(knn.score(X_test, y_test))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차원의 저주 실험 / 거리 메트릭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실습 2: 차원의 저주 실험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 핵심 결과를 실험적으로 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1] D_max/D_min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차원 2 -&gt; 1000에서 비율이 1로 수렴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2] L1 vs L2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L1이 L2보다 거리 집중이 덜 심함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3] 상대적 거리 대비 (RDC)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(D_max - D_min)/D_min -&gt; 0 수렴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4] KNN 성능 저하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유효 5차원 고정, 노이즈 차원 추가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KNN 정확도 급격히 하락 시연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실습 3: 거리 메트릭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 아이디어 기반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1] 유클리드 KNN (기본)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 = I (단위 행렬)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2] 공분산 기반 마할라노비스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 = S_W^(-1) (클래스 내 산포 역행렬)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3]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Fisher 기준 J(W) = W^T S_B W / W^T S_W W 최대화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4] 단순화된 LMNN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Pull: 같은 클래스 가깝게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Push: 다른 클래스 멀리 (힌지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그래디언트 하강법으로 M 학습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추천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KNN-based Recommendation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사용자 기반 협업 필터링 (User-Based CF)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사용자와 다른 사용자 간의 거리(유사도)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가장 유사한 K명의 사용자를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아이템 중 미열람 아이템 추천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NearestNeighbors + kneighbors()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아이템 기반 협업 필터링 (Item-Based CF)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특성 벡터로 거리(유사도)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아이템과 가장 유사한 K개 아이템을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유사 아이템을 사용자에게 추천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안정적이고 확장 가능한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실제 활용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Netflix /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73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시청 이력이 유사한 사용자 그룹의 콘텐츠 추천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"이 상품을 구매한 고객이 함께 구매한 상품" (아이템 기반)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Spotify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053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청취 이력이 유사한 사용자의 플레이리스트 기반 음악 추천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2: 이상치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KNN-based Anomaly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핵심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정상 데이터 -&gt; 이웃이 밀집 -&gt; 평균 거리가 작다</a:t>
            </a:r>
            <a:br/>
            <a:r>
              <a:t>이상 데이터 -&gt; 이웃이 희소 -&gt; 평균 거리가 크다</a:t>
            </a:r>
            <a:br/>
            <a:br/>
            <a:r>
              <a:t>이상 점수: score(x) = (1/K) * SUM d(x, x_i)</a:t>
            </a:r>
            <a:br/>
            <a:r>
              <a:t>이상 점수 &gt; 임계값 -&gt; 이상치로 판정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알고리즘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데이터에 대해 K개 최근접 이웃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K개 이웃까지의 평균 거리 = 이상 점수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임계값(Threshold) 초과 시 이상치 판정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예: 상위 5% (95th percentile)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실제 활용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금융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신용카드 사기 거래 탐지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제조업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생산 공정의 불량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네트워크 보안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77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침입 탐지 시스템 (IDS)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350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의료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비정상적인 건강 지표 감지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 &amp; 핵심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knn = NearestNeighbors(n_neighbors=5)</a:t>
            </a:r>
            <a:br/>
            <a:r>
              <a:t>knn.fit(X_scaled)</a:t>
            </a:r>
            <a:br/>
            <a:r>
              <a:t>distances, indices = knn.kneighbors(X_scaled)</a:t>
            </a:r>
            <a:br/>
            <a:r>
              <a:t>anomaly_scores = distances.mean(axis=1)</a:t>
            </a:r>
            <a:br/>
            <a:r>
              <a:t>threshold = np.percentile(anomaly_scores, 95)</a:t>
            </a:r>
            <a:br/>
            <a:r>
              <a:t>outliers = anomaly_scores &gt; threshold</a:t>
            </a:r>
            <a:br/>
            <a:br/>
            <a:r>
              <a:t># K가 너무 작으면 노이즈에 민감</a:t>
            </a:r>
            <a:br/>
            <a:r>
              <a:t># K가 너무 크면 탐지 민감도 저하</a:t>
            </a:r>
            <a:br/>
            <a:r>
              <a:t># sklearn: LocalOutlierFactor (LOF) 도 제공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와인 데이터 다중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Wine Dataset Multi-class Classification with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데이터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load_wine() - 3 클래스, 13 특성, 178 샘플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전처리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결측치 처리 (fillna) + 스케일링 (MinMaxScaler)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데이터 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train_test_split (80:20, random_state=100)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모델링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KNeighborsClassifier(n_neighbors=k)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K값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K=1~20 정확도 그래프 -&gt; 최적 K 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accuracy_score, confusion_matrix, classification_report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6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K개 최근접 이웃의 다수결/평균으로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게으른 학습 (Lazy Learning) - 학습 단계 없음, 데이터 저장만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하이퍼파라미터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 (이웃 수), 거리 측정 방법, 가중치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유클리드, 맨해튼, 민코프스키, 코사인, 마할라노비스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필수 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결측치 처리 + 스케일링 (거리 기반이므로 반드시 필요)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Data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학습: fit_transform() / 테스트: transform()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작은 K = 과적합 (높은 분산) / 큰 K = 과소적합 (높은 편향)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고차원에서 거리 집중으로 NN의 의미 퇴색 (Beyer et al. 1999)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메트릭 학습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LMNN으로 분류 최적화 마할라노비스 거리 학습 (Weinberger &amp; Saul 2009)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효율적 탐색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가중 KNN, KNN 회귀, 특성 가중 KNN, 편집된 KNN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추천 시스템, 이미지 분류, 이상치 탐지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KNN 분류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1(y_i = c)  for i in N_K(x)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유클리드 거리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sqrt( SUM (xi - yi)^2 )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맨해튼 거리 (L1)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SUM |xi - yi|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민코프스키 거리 (Lp)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( SUM |xi - yi|^p )^(1/p)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코사인 유사도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cos(x,y) = (x . y) / (||x|| ||y||)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마할라노비스 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d_M(x,y) = sqrt( (x-y)^T M (x-y)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z = (x - mean) / std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min) / (max - min)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median) / IQR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Cover &amp; Hart 상한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R* &lt;= R*_NN &lt;= 2R*(1 - R*)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거리 집중 (Beyer)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lim (d-&gt;inf) (D_max - D_min)/D_min -&gt;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MSE 분해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MSE = Bias^2 + Variance + sigma^2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이상 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score(x) = (1/K) * SUM d(x, x_i)  for i in N_K(x)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가중 KNN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w_i*1(y_i=c),  w_i = 1/d(x,x_i)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Papers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"Nearest Neighbor Pattern Classification" - IEEE Trans.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1-NN 오류율 &lt;= 2R*(1-R*) 증명  |  KNN 이론적 기반 확립  |  다중 클래스 확장, 메트릭 공간 일반성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"Kernel and NN Nonparametric Regression" - The American Statistician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커널 회귀와 KNN 회귀 통합적 비교  |  편향-분산 트레이드오프 분석  |  KNN의 적응적 대역폭 특성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"When Is Nearest Neighbor Meaningful?" - ICDT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고차원 거리 집중 현상의 수학적 규명  |  (D_max-D_min)/D_min = O(1/sqrt(d))  |  L1이 L2보다 고차원에서 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"Distance Metric Learning for LMNN" - JMLR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마할라노비스 거리 학습 (LMNN)  |  SVM의 대규모 마진을 KNN에 도입  |  MNIST 오류 2.97% -&gt; 1.20%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"KNN Model-Based Approach" - OTM Conferences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KNN 변형의 체계적 비교 분석  |  가중/특성가중/노이즈제거 KNN  |  교차검증 K선택 +2~5% 향상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KNN이 '게으른 학습(Lazy Learning)'이라 불리는 이유를 설명하고, 이로 인한 장단점을 서술하시오.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유클리드 거리와 맨해튼 거리의 수식을 쓰고, 각각 어떤 상황에서 더 적합한지 설명하시오. 고차원에서의 차이를 Beyer et al.(1999)의 결과를 근거로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K값이 편향-분산 트레이드오프에 미치는 영향을 설명하시오. K=1일 때와 K=N일 때의 결정 경계는 각각 어떤 특성을 보이는가?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차원의 저주에서 거리 집중 현상이란 무엇인가? lim (D_max-D_min)/D_min -&gt; 0이 KNN에 미치는 영향을 설명하시오.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KNN에서 특성 스케일링이 반드시 필요한 이유를 구체적 예시를 들어 설명하시오. 테스트 데이터에 fit_transform()을 쓰면 안 되는 이유(Data Leakage)를 설명하시오.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마할라노비스 거리에서 M=I일 때와 M=inv(Sigma)일 때의 차이를 설명하시오.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LMNN의 '당기는 힘(Pull)'과 '밀치는 힘(Push)'이 각각 무엇을 의미하는지 설명하고, SVM의 어떤 원리와 유사한지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Cover와 Hart(1967)의 R* &lt;= R*_NN &lt;= 2R*(1-R*)의 의미를 설명하시오. 베이즈 최적 오류율이 10%일 때, 1-NN의 오류율 상한은?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KD-Tree와 Ball-Tree의 동작 원리를 비교하고, 각각의 장단점과 차원에 따른 적합성을 설명하시오. 대규모 데이터에서 ANN이 필요한 이유를 논하시오.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KNN을 이상치 탐지에 활용하는 원리를 설명하시오. 이상 점수는 어떻게 정의되며, K값 선택이 탐지 성능에 어떤 영향을 미치는가?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3474720"/>
            <a:ext cx="5790895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566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NEXT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다음 장: 7장 - 나이브 베이즈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6장에서 배운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Lazy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Distance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Bias-Variance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0056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545"/>
                </a:solidFill>
                <a:latin typeface="맑은 고딕"/>
              </a:defRPr>
            </a:pPr>
            <a:r>
              <a:t>Curse of Dimensionality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LMNN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Scaling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7960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