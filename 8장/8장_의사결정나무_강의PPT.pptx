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CHAPTER 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의사결정 나무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Decision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정보이론 | 분할 기준 | 알고리즘 역사 | 가지치기 | 앙상블 동기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029200"/>
            <a:ext cx="66751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52120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57784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의사결정나무의 수학적 원리와 ID3/C4.5/CART의 발전 과정을 이해한다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Chapter 8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직관 - 인간의 의사결정 모방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986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정보이론 기초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75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6758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분할 기준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531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531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알고리즘 역사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303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2303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가지치기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01168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1214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12140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과적합과 불안정성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78892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898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89864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변수 선택 편향 / 보충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56616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67588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67588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34340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4531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4531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실습 안내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20640"/>
            <a:ext cx="5029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52303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23036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핵심 요약 +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직관 - 인간의 의사결정 모방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스무고개 비유와 트리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스무고개 비유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 = 순차적 질문-응답 과정의 수학적 모델링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"그것은 동물인가?" -&gt; "날 수 있는가?" -&gt;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예/아니오 질문을 반복하여 정답에 도달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데이터의 특성(feature) 기반 조건 분할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트리 시각 예시 (연봉 예측)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Q1: "교육 수준이 13년 이상인가?"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예 -&gt; Q2: "주당 근무시간 &gt;= 40?" -&gt; [&gt;50K]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아니오 -&gt; Q3: "나이 &gt;= 30?" -&gt; [&lt;=50K]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조건에 따라 데이터를 분할해 나가며 예측 수행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포인트: 해석가능성 (Interpretability)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의사결정나무의 최강 장점 = 해석가능성. 블랙박스 모델과 달리 '왜 이런 예측을 했는가?'를 직관적으로 이해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금융: 대출 거절 이유 설명 / 의료: 진단 근거 제공 / 법률: EU GDPR 설명 가능한 AI 요건 충족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"인간이 이해할 수 있는 형태의 규칙"을 자동으로 학습하는 알고리즘 -&gt; 여전히 실무에서 널리 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트리의 구조와 핵심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Root Node, Internal Node, Leaf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트리 구조 다이어그램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[교육 수준 &lt;= 12.5]           &lt;- 루트 노드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/                    \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[나이 &lt;= 35.5]        [주당 근무 &gt; 45]   &lt;- 내부 노드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/          \            /            \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[&lt;=50K]   [&lt;=50K]     [&gt;50K]       [&lt;=50K]  &lt;- 리프 노드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루트 노드 (Root Node)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134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최상단 노드, 전체 데이터에 첫 번째 분할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974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내부 노드 (Internal Node)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992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루트와 리프 사이, 추가 분할 조건 보유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29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리프 노드 (Leaf Node)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850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최하단 노드, 최종 예측값 보유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0690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분기 (Split)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708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특정 조건에 따라 하위 노드로 분할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00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깊이 (Depth)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566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루트에서 특정 노드까지의 간선 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440680"/>
            <a:ext cx="5212080" cy="5943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5486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가지치기 (Pruning)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74243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과적합 방지를 위해 일부 가지 제거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정보이론 기초 - 섀넌 엔트로피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Shannon Entropy (1948)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엔트로피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H(X) = -SUM( pi * log2(pi)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데이터의 불확실성(uncertainty) / 무질서도(disorder)를 정량화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"데이터를 설명하는 데 필요한 평균 비트 수"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 * log2(0) = 0 으로 정의 (극한값)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이진 분류에서의 엔트로피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완전 순수:  p1=1.0, p2=0.0 -&gt; H = 0       (불확실성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약간 불순:  p1=0.9, p2=0.1 -&gt; H = 0.469   (낮은 불확실성)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중간 불순:  p1=0.7, p2=0.3 -&gt; H = 0.881   (중간 불확실성)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최대 불순:  p1=0.5, p2=0.5 -&gt; H = 1.000   (최대 = 동전 던지기)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계산 예시: 클래스 A=7개, B=3개 (총 10개)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 = -(0.7 * log2(0.7) + 0.3 * log2(0.3))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-(0.7 * (-0.5146) + 0.3 * (-1.7370))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-((-0.3602) + (-0.5211)) = 0.8813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불확실성이 높을수록 더 많은 비트가 필요하다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정보이득 (Information Gain)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분할 전후의 엔트로피 감소량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정보이득 공식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IG(S, A) = H(S) - SUM( |Sv|/|S| * H(Sv)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 = 부모 노드 데이터, A = 분할 속성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 = 속성 A의 값이 v인 부분집합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의사결정나무는 정보이득이 가장 큰 분할을 선택!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직관적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정보이득이 크다 = 분할 후 자식 노드가 더 순수(pure)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좋은 질문 = 불확실성을 크게 줄이는 질문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분할 = 정보이득 최대화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계산 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부모: A=7, B=3 (총 10) -&gt; H = 0.8813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왼쪽 자식: A=6, B=1 (총 7) -&gt; H_L = 0.5917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오른쪽 자식: A=1, B=2 (총 3) -&gt; H_R = 0.9183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IG = 0.8813 - (7/10 * 0.5917 + 3/10 * 0.9183)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= 0.8813 - 0.6897 = 0.1916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분할 기준 - 지니 불순도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Gini Impurity (CART / scikit-learn 기본)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지니 불순도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Gini(t) = 1 - SUM( pi^2 )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노드에서 임의로 두 샘플을 뽑았을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서로 다른 클래스일 확률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분류 범위: 0 (완전 순수) ~ 0.5 (최대 불순)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계산 예시 (A=7, B=3)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p(A) = 7/10 = 0.7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p(B) = 3/10 = 0.3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Gini = 1 - (0.7^2 + 0.3^2)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= 1 - (0.49 + 0.09) = 0.42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Gini vs Entropy vs Classification Error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세 기준 모두 p=0.5에서 최대, p=0 또는 p=1에서 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Gini: 로그 연산 불필요, 계산 효율적 -&gt; scikit-learn 기본값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Entropy: 정보이론 기반, 수학적으로 엄밀 -&gt; ID3, C4.5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Classification Error: 분할 기준으로 사용 시 비효율적 (참고용)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실질적으로 Gini와 Entropy의 분할 결과는 거의 유사함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 트리의 분할 기준 + 세 기준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Variance Reduction (MSE) &amp;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회귀 트리: MSE (Mean Squared Error)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MSE(t) = (1/N) * SUM( (yi - y_bar)^2 )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기준 = MSE 감소량: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dMSE = MSE(부모) - (N_L/N * MSE(L) + N_R/N * MSE(R))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리프 노드의 예측값 = 해당 노드 샘플들의 평균값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세 기준 비교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엔트로피   | ID3, C4.5 | [0, 1]    | 정보이론 기반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지니 불순도 | CART, sklearn | [0, 0.5] | 계산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분산 감소   | CART(회귀) | [0, inf)  | 연속값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DecisionTreeClassifier (분류)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DecisionTreeRegressor  (회귀)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Python 코드 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gini_impurity(labels):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classes, counts = np.unique(labels, return_counts=True)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probabilities = counts / len(labels)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1 - np.sum(probabilities ** 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def entropy(labels):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probabilities = counts / len(labels)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return -np.sum(probabilities * np.log2(probabilities + 1e-10))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알고리즘 역사 (1) - ID3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Iterative Dichotomiser 3 (Quinlan, 1986)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ID3 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정보이득(Information Gain) 기반 속성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다중 분기(multi-way split) 허용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하향식 재귀 분할(Top-Down Recursive Partitioning)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범주형 속성만 처리 가능 (연속형 미지원)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ID3 한계점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카디널리티가 높은 속성을 부당하게 선호 (편향)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고유 값이 많을수록 높은 IG 얻을 확률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 전략 미흡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결측값 처리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한계를 극복한 것이 C4.5와 CART!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ID3 알고리즘 의사코드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ID3(S, Attributes): A* = argmax_A IG(S, A)   # 정보이득 최대 속성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for each v in Values(A*):  S_v 부분집합 -&gt; 재귀 호출 ID3(S_v, Attributes - {A*})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정지 조건: 모든 샘플 같은 클래스 or Attributes 비어있음 -&gt; 리프 노드 생성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알고리즘 역사 (2) - 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Classification and Regression Trees (Breiman et al., 1984)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CART 핵심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분할(binary split) 전용: 항상 2개 부분집합으로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분류: 지니 불순도 / 회귀: MSE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비용-복잡도 가지치기(CCP): 체계적 사후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대리 분할(Surrogate Split): 결측값 처리의 체계적 방법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분류와 회귀를 동일 프레임워크에서 처리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CART vs ID3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방식:  ID3 = 다중 분기  |  CART = 이진 분할만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기준:  ID3 = 정보이득    |  CART = 지니 불순도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회귀 지원:  ID3 = 불가        |  CART = 가능 (MSE)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가지치기:   ID3 = 미흡        |  CART = CCP (체계적)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결측값:     ID3 = 미지원      |  CART = 대리 분할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scikit-learn의 DecisionTreeClassifier와 DecisionTreeRegressor는 CART 알고리즘을 구현한 것이다.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Leo Breiman은 이후 Random Forest(2001)의 창시자이기도 하다.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알고리즘 역사 (3) - C4.5 + 발전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Quinlan, 1993 / IEEE ICDM 데이터 마이닝 10대 알고리즘 1위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C4.5 주요 개선점 (ID3 대비)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정보이득비율(Gain Ratio) 도입 -&gt; 카디널리티 편향 해결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GainRatio = IG(S,A) / SplitInfo(S,A)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연속형 속성의 체계적 처리 (이진 분할점 탐색)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오류 기반 가지치기(EBP): 검증 데이터 없이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결측값의 확률적 처리: 분수적 분배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트리-규칙 변환: 루트-리프 경로 -&gt; if-then 규칙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1964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최초의 자동 상호작용 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1984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지니 불순도, CCP, 대리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ID3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정보이득, TDIDT 프레임워크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114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이득비율, EBP, 연속형 처리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2009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편향 없는 변수 선택 (Loh)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SplitInfo(S,A) = -SUM( |Sv|/|S| * log2(|Sv|/|S|)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SplitInfo가 클수록 (분기가 많을수록) GainRatio가 줄어듬 -&gt; 과다 분기 억제 효과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가지치기 (1) - 사전 가지치기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Pre-Pruning: 트리 성장 조기 중단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왜 가지치기가 필요한가?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 없음:  Train=97.8%  Test=81.6%  (격차 16.2% = 과적합!)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max_depth=5:   Train=85.4%  Test=85.0%  (격차 0.4% = 양호)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완전 성장 트리 = 훈련 데이터의 노이즈까지 학습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주요 하이퍼파라미터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max_depth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트리의 최대 깊이 (기본=None)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효과: 작을수록 단순한 트리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min_samples_split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분할 최소 샘플 수 (기본=2)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효과: 클수록 분할 억제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min_samples_leaf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749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리프 최소 샘플 수 (기본=1)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77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효과: 클수록 작은 리프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max_features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343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분할 시 최대 특성 수 (기본=None)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효과: 랜덤성 부여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8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max_depth에 따른 트리 변화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max_depth=1 (Decision Stump): 매우 단순 -&gt; 과소적합(Underfitting)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max_depth=3: 적절한 복잡도, 대부분의 패턴 포착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max_depth=None (제한 없음): 매우 깊은 트리 -&gt; 과적합(Overfitting)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장점: 구현 간단, 계산 비용 적음 / 단점: 최적 중단 시점을 사전에 알기 어려움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가지치기 (2) - 비용-복잡도 가지치기 (CCP)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Cost-Complexity Pruning (CART)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비용-복잡도 함수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R_alpha(T) = R(T) + alpha * |T_leaf|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R(T): 트리 T의 오분류 비율 (총 불순도)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|T_leaf|: 리프 노드 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alpha: 복잡도 파라미터 (alpha &gt;= 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alpha가 클수록 -&gt; 더 공격적으로 가지치기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CCP 알고리즘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완전히 성장한 T_max에서 시작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각 내부 노드의 유효 alpha 계산: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alpha_eff(t) = (R(t) - R(T_t)) / (|T_t,leaf| - 1)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가장 작은 alpha_eff의 하위 트리를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반복: T_max &gt; T1 &gt; T2 &gt; ... &gt; T_root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교차검증으로 최적 alpha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1-SE Rule (One Standard Error Rule)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단순히 CV 점수 최대인 alpha 대신, 더 보수적인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alpha_1SE = max{ alpha | CV(alpha) &gt;= CV(alpha*) - SE(alpha*) 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"비슷한 성능 범위 내에서 가장 단순한 모델" = 오컴의 면도날(Occam's Razor)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full_tree.cost_complexity_pruning_path(X_train, y_train) 으로 alpha 경로 계산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과적합과 불안정성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Overfitting &amp; High Variance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과적합 (Overfitting)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모델이 훈련 데이터에 지나치게 맞춰진 상태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max_depth=1:    Train=91.2%  Test=90.4% (과소적합)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max_depth=3:    Train=96.2%  Test=93.4% (양호)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max_depth=None: Train=100%   Test=91.2% (과적합!)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높은 분산 문제 (High Variance)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의사결정나무의 가장 심각한 단점 = 불안정성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데이터가 약간만 변해도 트리 구조가 크게 달라짐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원인 1: 탐욕적(greedy) 알고리즘 -&gt; 연쇄 변경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원인 2: 계층적 구조 -&gt; 상위 변화 = 하위 전파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원인 3: 소수 샘플 변화가 분할 결정을 바꿀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앙상블 동기: Bias-Variance Tradeoff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단일 트리: 낮은 편향(bias) + 높은 분산(variance)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앙상블: 분산을 줄이면서 편향을 유지 -&gt; 전체 오차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배깅(Bagging): 부트스트랩 샘플에서 여러 트리 학습,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포레스트(Random Forest): 배깅 + 특성 랜덤 선택 -&gt; 트리 간 상관관계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그래디언트 부스팅(Gradient Boosting): 잔차를 순차적으로 학습하는 약한 트리들의 결합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변수 선택 편향 + 보충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Variable Selection Bias &amp; Supplementary Topics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Loh(2011)의 편향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 = 예측력이 동일한 두 변수 중 특정 유형을 부당하게 선호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카디널리티 편향: 고유 값이 많은 속성 -&gt; 분할 후보가 많아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우연히 높은 IG를 얻을 확률이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"주민번호"(고유 값 N개) -&gt; 2^(N-1)-1개 분할 후보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해결책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이득비율(Gain Ratio): IG를 SplitInfo로 나눔 -&gt; C4.5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통계적 검정: 카이제곱 검정 사용 -&gt; CHAID, GUIDE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변수 선택과 분할점 분리: 2단계 독립 수행 -&gt; GUIDE (Loh)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순열 중요도: 변수 무작위 섞어 성능 감소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permutation_importance() 사용 권장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대리 분할 (Surrogate Splits)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CART의 결측값 처리 방법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분할 속성이 결측 -&gt; 유사한 결과를 내는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다른 속성을 대리(surrogate)로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sklearn은 미지원 -&gt; 사전 결측치 처리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XGBoost/LightGBM은 결측값 직접 처리 가능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규칙 추출 (Rule Extraction)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트리의 루트-리프 경로 -&gt; if-then 규칙 변환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규칙 1: IF worst_radius &lt;= 16.80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AND worst_concave_points &lt;= 0.14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THEN 양성 [신뢰도: 97.2%]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C4.5에서 제안, 각 규칙 독립 가지치기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8.6-7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의사결정나무의 장단점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Pros and Cons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높은 해석력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트리 시각화로 예측 근거를 직관적으로 이해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전처리 불필요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스케일링 불필요, 값의 순서(크기 비교)만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범주형/수치형 혼합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두 유형의 데이터를 동시에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비선형 관계 포착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선형 모델과 달리 비선형 패턴 자동 포착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530352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빠른 예측 속도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O(log n) 시간 복잡도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01168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과적합 경향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제한 없이 성장시키면 노이즈까지 학습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65176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불안정성 (High Variance)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26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데이터 약간 변해도 트리 구조 크게 변화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29184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편향된 분할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66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카디널리티 높은 특성에 편향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93192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9776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축 정렬 분할만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206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대각선 결정 경계 비효율적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72000"/>
            <a:ext cx="539496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6177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최적 트리 보장 불가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8463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탐욕적 알고리즘 -&gt; 지역 최적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0352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불안정성의 해결: 앙상블(Ensemble) 기법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랜덤 포레스트(Random Forest)와 그래디언트 부스팅(Gradient Boosting)이 여러 트리를 결합하여 분산을 줄인다.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전처리: 범주형 데이터 &amp; 결측치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Preprocessing for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map() 변환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의미가 명확한 이진 변수: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df['income'].map({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'&lt;=50K': 0,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'&gt;50K':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get_dummies() 원-핫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3개+ 범주를 가진 변수: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pd.get_dummies(df,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drop_first=True)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drop_first: 다중공선성 방지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749039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Mean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고카디널리티 변수 처리: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범주 -&gt; 타겟 변수 평균으로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US -&gt; 0.244 (&gt;50K 비율)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India -&gt; 0.411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주의: 데이터 누수 방지 필수!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결측치 처리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최빈값(Mode) 대체: workclass -&gt; 'Private'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Unknown 대체: occupation -&gt; 'Unknown'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특수값 대체: 인코딩값을 -99로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sklearn은 결측치를 직접 처리 못함 -&gt; 사전 처리 필수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scikit-learn 제약 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sklearn의 DecisionTree는 수치형 입력만 허용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이론적으로 트리는 범주형 직접 처리 가능하지만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구현에서는 인코딩이 필수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트리의 장점: 스케일링(정규화/표준화) 불필요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값의 순서(크기 비교)만 사용하므로 스케일 무관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Rokach &amp; Maimon (2005) - TDIDT Framework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논문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"Top-Down Induction of Decision Trees Classifiers - A Survey"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IEEE Trans. Systems, Man, and Cybernetics, Vol. 35, No. 4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TDIDT 알고리즘의 포괄적 분류 체계 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프레임워크: 5가지 설계 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기준: IG, GainRatio, Gini, Chi-square, 분산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정지 기준: max_depth, min_samples, 순수도 임계값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가지치기: 사전(pre), CCP, EBP, MEP, MDL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결측값 처리: 대리 분할, 확률적 분배, 삭제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분할 유형: 축 정렬, 경사(oblique), 다변량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주요 기여 3가지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불순도 기반 vs 거리 기반 분할의 구분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불순도 함수(엔트로피, 지니) vs 거리 기반(카이제곱, KS 검정)의 이론적 차이 분석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가지치기 방법론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CCP(CART): 교차검증 기반, 안정적이나 계산 비용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EBP(C4.5): 효율적이나 비관적 추정의 정확도에 의존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다변량 분할: a1*x1 + a2*x2 + ... &lt;= theta (경사 분할)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축 정렬 분할보다 표현력 높지만 해석가능성 저하 트레이드오프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참고 논문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References in Decision Tree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Quinlan (1986)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ID3 알고리즘 제안, 정보이득 기반 속성 선택 공식화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Machine Learning, 1(1), 81-106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Breiman et al. (1984)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718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CART, 지니 불순도, 비용-복잡도 가지치기(CCP)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918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Classification and Regression Trees, Wadsworth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[3]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Quinlan (1993)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862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이득비율(Gain Ratio), 오류 기반 가지치기(EBP)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062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C4.5: Programs for Machine Learning, Morgan Kaufmann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00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Rokach &amp; Maimon (2005)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8006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TDIDT 프레임워크, 분할/가지치기 체계적 분류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206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IEEE Trans. SMC-C, 35(4), 476-487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Loh (2011)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7150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변수 선택 편향 분석, GUIDE 알고리즘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60350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WIREs DMKD, 1(1), 14-23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의사결정나무 스크래치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01_decision_tree_scratch.py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의사결정나무를 라이브러리 없이 처음부터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내부 동작 원리를 완전히 이해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Iris (sklearn 내장)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DecisionTreeClassifier와 비교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구현 핵심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지니 불순도(Gini Impurity)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엔트로피(Entropy)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정보 이득(Information Gain)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재귀적 트리 분할(Recursive Splitting)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예측(Prediction) 및 특성 중요도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sklearn과 성능/구조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핵심 클래스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class DecisionTreeFromScratch:  # CART 기반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def __init__(self, max_depth, min_samples_split, criterion):  # 'gini' or 'entropy'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def fit(self, X, y):         # 재귀적 트리 구축 -&gt; self.root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def _build_tree(self, X, y, depth):  # 최적 분할 탐색 (모든 특성 x 모든 임계값)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def predict(self, X):        # 트리 탐색으로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def print_tree(self, node):  # 텍스트 시각화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CART 가지치기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02_cart_pruning.py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비용-복잡도 가지치기(CCP)의 원리를 실습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교차검증과 1-SE Rule로 최적 alpha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Breast Cancer (sklearn 내장)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실습 핵심 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완전 트리 성장 (Full Tree Growth)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CCP Path 계산: cost_complexity_pruning_path()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alpha별 트리 학습 + Train/Test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5-폴드 교차검증으로 최적 alpha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1-SE Rule 적용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6. 가지치기 전후 트리 시각화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기대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완전 트리: 깊이 ~ 7+, 리프 ~ 20+, Train 높음 but Test 과적합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최적 alpha: 교차검증 최고 CV 정확도의 alpha -&gt; 적절한 가지치기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1-SE alpha: 비슷한 성능 범위에서 가장 단순한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결론: CCP는 과적합을 효과적으로 제어하며, 1-SE Rule은 오컴의 면도날을 실현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실습: 트리 앙상블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03_tree_ensemble_basics.py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실습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단일 트리의 불안정성을 실험적으로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다수결 투표(앙상블)가 분산을 감소시키는 원리 이해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데이터셋: Iris, make_moons (sklearn)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949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핵심 실험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부트스트랩 샘플에서 10개 독립 트리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-&gt; 구조적 불안정성 확인 (특성 중요도 변동)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10개 트리의 예측 분산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다수결 투표 앙상블 vs 개별 트리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앙상블 크기(1~100) 증가 -&gt; 성능 안정화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2D 결정 경계 시각화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기대 핵심 발견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같은 데이터에서 부트스트랩만 다르게 해도 트리 구조/중요도가 크게 변동 (High Variance)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다수결 투표 앙상블이 개별 트리 평균보다 높은 정확도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트리 수가 증가하면 성능이 안정적으로 수렴 -&gt; 이것이 Random Forest의 n_estimators!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배깅(Bagging) + 특성 랜덤 선택 = 랜덤 포레스트 (다음 장에서 학습)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Medical Diagnosis / Customer Segmentation / Manufacturing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의료 진단 트리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진단 규칙(Diagnostic Rules) 추출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해석 가능한 규칙 제공: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"worst perimeter &gt; 114.45이면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악성 가능성 높음"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가이드라인 생성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트리아지(Triage) 자동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FDA 승인에 유리한 설명가능성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고객 세그멘테이션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VIP / 일반 / 이탈 위험 분류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[최근 구매일 &lt;= 30일]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[월 구매 &gt;= 50만원]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VIP 고객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일반 고객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[최근 구매 &lt;= 90일]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이탈 위험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이탈 고객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011680"/>
            <a:ext cx="36576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제조 불량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46888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불량 원인 분석 (Root Cause)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[온도 &gt; 185도]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[습도 &gt; 65%]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불량률: 23.4%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-&gt; 불량률: 5.2%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불량률: 1.8%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특성 중요도로 핵심 공정 변수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실시간 모니터링 규칙 탑재 가능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Summary - Part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트리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299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루트 노드 -&gt; 내부 노드 -&gt; 리프 노드의 계층적 구조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엔트로피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883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H = -SUM(pi * log2(pi)), 범위 [0, 1] (이진 분류)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36976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지니 불순도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4670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Gini = 1 - SUM(pi^2), 범위 [0, 0.5] (이진 분류)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95344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정보이득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05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분할 전후 불순도 감소량, 가장 큰 분할 선택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53712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알고리즘 역사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ID3(1986)-&gt;CART(1984)-&gt;C4.5(1993), 각각의 핵심 기여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사전 가지치기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321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max_depth, min_samples_split, min_samples_leaf 등으로 제한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70448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사후 가지치기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98017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CCP: R_alpha(T) = R(T) + alpha*|T_leaf|, CV로 최적 alpha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Summary - Part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299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최적 성능 - 1SE 이상인 범위에서 가장 단순한 모델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8608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과적합/불안정성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8833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높은 분산(high variance), 앙상블로 해결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36976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3467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변수 선택 편향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346704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고카디널리티 속성 선호, 이득비율/통계검정으로 완화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95344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05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대리 분할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00507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결측값 처리: 최적 분할과 유사한 대체 속성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53712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회귀 트리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MSE 감소 기준, 리프 예측값 = 평균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218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3218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해석가능성, 전처리 불필요, 비선형 포착, 빠른 예측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70448"/>
            <a:ext cx="1106424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80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980176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과적합, 불안정성, 축 정렬 분할만, 탐욕적 최적화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수식 모음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Essential Formulas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섀넌 엔트로피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H(X) = -SUM( pi * log2(pi)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데이터의 불확실성 측정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지니 불순도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Gini(t) = 1 - SUM( pi^2 )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78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두 샘플이 다른 클래스일 확률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정보이득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145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IG(S,A) = H(S) - SUM( |Sv|/|S| * H(Sv)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1455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분할 전후 엔트로피 감소량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21024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12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이득비율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7124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GainRatio(S,A) = IG(S,A) / SplitInfo(S,A)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7124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카디널리티 편향 보정 (C4.5)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87952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793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MSE (회귀)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2793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MSE(t) = (1/N) * SUM( (yi - y_bar)^2 )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27939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회귀 트리의 분할 기준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비용-복잡도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R_alpha(T) = R(T) + alpha * |T_leaf|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사후 가지치기 (CCP)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321808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132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유효 alpha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4132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alpha_eff(t) = (R(t)-R(Tt)) / (|Tt,leaf|-1)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4132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CCP 가지치기 순서 결정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6424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801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1-SE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5980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onsolas"/>
              </a:defRPr>
            </a:pPr>
            <a:r>
              <a:t>alpha_1SE = max{a | CV(a) &gt;= CV(a*)-SE(a*)}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59801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단순한 모델 선택 원칙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Review Questions (10)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[개념] 엔트로피와 지니 불순도의 수학적 정의를 쓰고,</a:t>
            </a:r>
            <a:br/>
            <a:r>
              <a:t>이진 분류에서 각각의 최대값을 구하시오.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07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077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[계산] 노드에 클래스 A 8개, B 2개가 있을 때,</a:t>
            </a:r>
            <a:br/>
            <a:r>
              <a:t>(a) 지니 불순도, (b) 엔트로피를 계산하시오.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22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221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[비교] ID3, CART, C4.5의 분할 기준, 분할 방식,</a:t>
            </a:r>
            <a:br/>
            <a:r>
              <a:t>가지치기 전략을 각각 비교하시오.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634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36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7365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[수학] 비용-복잡도 함수에서 alpha의 역할과</a:t>
            </a:r>
            <a:br/>
            <a:r>
              <a:t>alpha=0, alpha-&gt;inf 일 때의 트리를 설명하시오.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78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50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6509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[실무] 1-SE Rule이란 무엇이며 왜 적용하는가?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9202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93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933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[이론] 의사결정나무의 높은 분산 원인과</a:t>
            </a:r>
            <a:br/>
            <a:r>
              <a:t>앙상블 기법의 기본 아이디어를 서술하시오.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346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07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077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[편향] 변수 선택 편향이란? C4.5의 이득비율은</a:t>
            </a:r>
            <a:br/>
            <a:r>
              <a:t>이 문제를 어떻게 완화하는가?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8221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8221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[결측] CART 대리 분할의 원리를 설명하시오.</a:t>
            </a:r>
            <a:br/>
            <a:r>
              <a:t>sklearn에서 결측치 처리 방법은?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365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7365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[구현] 스크래치 구현의 최적 분할 탐색</a:t>
            </a:r>
            <a:br/>
            <a:r>
              <a:t>시간 복잡도를 분석하시오. (d, n, h)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5577840"/>
            <a:ext cx="5394960" cy="777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56509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6509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[응용] 금융(대출 심사)에서 의사결정나무가 신경망보다</a:t>
            </a:r>
            <a:br/>
            <a:r>
              <a:t>선호되는 이유를 설명하시오.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56032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맑은 고딕"/>
              </a:defRPr>
            </a:pPr>
            <a:r>
              <a:t>8장: 의사결정 나무 (Decision Trees)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정보이론, 분할 기준, 알고리즘 역사, 가지치기, 앙상블 동기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572000"/>
            <a:ext cx="576072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4709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다음 장 예고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074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9장 - 랜덤 포레스트 (Random Forest)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4864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배깅 + 특성 랜덤 선택으로 트리의 분산 문제를 해결한다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